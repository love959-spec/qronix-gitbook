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1"/>
  </p:sldMasterIdLst>
  <p:notesMasterIdLst>
    <p:notesMasterId r:id="rId4"/>
  </p:notesMasterIdLst>
  <p:handoutMasterIdLst>
    <p:handoutMasterId r:id="rId5"/>
  </p:handoutMasterIdLst>
  <p:sldIdLst>
    <p:sldId id="812" r:id="rId2"/>
    <p:sldId id="554" r:id="rId3"/>
  </p:sldIdLst>
  <p:sldSz cx="7775575" cy="10907713"/>
  <p:notesSz cx="9926638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509187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1018374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527562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2036747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545935" algn="l" defTabSz="1018374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3055121" algn="l" defTabSz="1018374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564309" algn="l" defTabSz="1018374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4073494" algn="l" defTabSz="1018374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07" userDrawn="1">
          <p15:clr>
            <a:srgbClr val="A4A3A4"/>
          </p15:clr>
        </p15:guide>
        <p15:guide id="7" orient="horz" pos="6225" userDrawn="1">
          <p15:clr>
            <a:srgbClr val="A4A3A4"/>
          </p15:clr>
        </p15:guide>
        <p15:guide id="9" pos="408" userDrawn="1">
          <p15:clr>
            <a:srgbClr val="A4A3A4"/>
          </p15:clr>
        </p15:guide>
        <p15:guide id="10" pos="4377" userDrawn="1">
          <p15:clr>
            <a:srgbClr val="A4A3A4"/>
          </p15:clr>
        </p15:guide>
        <p15:guide id="11" orient="horz" pos="22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89F3"/>
    <a:srgbClr val="083F72"/>
    <a:srgbClr val="1A5992"/>
    <a:srgbClr val="000C32"/>
    <a:srgbClr val="255D9C"/>
    <a:srgbClr val="001E7E"/>
    <a:srgbClr val="001960"/>
    <a:srgbClr val="00061A"/>
    <a:srgbClr val="000D37"/>
    <a:srgbClr val="000E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어두운 스타일 1 - 강조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61" autoAdjust="0"/>
    <p:restoredTop sz="97727" autoAdjust="0"/>
  </p:normalViewPr>
  <p:slideViewPr>
    <p:cSldViewPr>
      <p:cViewPr varScale="1">
        <p:scale>
          <a:sx n="68" d="100"/>
          <a:sy n="68" d="100"/>
        </p:scale>
        <p:origin x="1044" y="66"/>
      </p:cViewPr>
      <p:guideLst>
        <p:guide orient="horz" pos="6407"/>
        <p:guide orient="horz" pos="6225"/>
        <p:guide pos="408"/>
        <p:guide pos="4377"/>
        <p:guide orient="horz" pos="2233"/>
      </p:guideLst>
    </p:cSldViewPr>
  </p:slideViewPr>
  <p:outlineViewPr>
    <p:cViewPr>
      <p:scale>
        <a:sx n="33" d="100"/>
        <a:sy n="33" d="100"/>
      </p:scale>
      <p:origin x="0" y="-177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-2934" y="-84"/>
      </p:cViewPr>
      <p:guideLst>
        <p:guide orient="horz" pos="2141"/>
        <p:guide pos="3127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an kim" userId="b6b8e0cc440542ea" providerId="LiveId" clId="{C5AF0248-927E-4898-89F4-EB834583A849}"/>
    <pc:docChg chg="custSel addSld delSld modSld modMainMaster">
      <pc:chgData name="megan kim" userId="b6b8e0cc440542ea" providerId="LiveId" clId="{C5AF0248-927E-4898-89F4-EB834583A849}" dt="2026-06-24T03:53:21.928" v="18" actId="6549"/>
      <pc:docMkLst>
        <pc:docMk/>
      </pc:docMkLst>
      <pc:sldChg chg="del">
        <pc:chgData name="megan kim" userId="b6b8e0cc440542ea" providerId="LiveId" clId="{C5AF0248-927E-4898-89F4-EB834583A849}" dt="2026-06-24T03:51:14.186" v="0" actId="47"/>
        <pc:sldMkLst>
          <pc:docMk/>
          <pc:sldMk cId="1728843151" sldId="532"/>
        </pc:sldMkLst>
      </pc:sldChg>
      <pc:sldChg chg="modSp add mod">
        <pc:chgData name="megan kim" userId="b6b8e0cc440542ea" providerId="LiveId" clId="{C5AF0248-927E-4898-89F4-EB834583A849}" dt="2026-06-24T03:53:21.928" v="18" actId="6549"/>
        <pc:sldMkLst>
          <pc:docMk/>
          <pc:sldMk cId="1780181901" sldId="554"/>
        </pc:sldMkLst>
        <pc:spChg chg="mod">
          <ac:chgData name="megan kim" userId="b6b8e0cc440542ea" providerId="LiveId" clId="{C5AF0248-927E-4898-89F4-EB834583A849}" dt="2026-06-24T03:52:52.456" v="12" actId="1076"/>
          <ac:spMkLst>
            <pc:docMk/>
            <pc:sldMk cId="1780181901" sldId="554"/>
            <ac:spMk id="8" creationId="{0893B5F1-E7D1-47EC-8944-1688B877F972}"/>
          </ac:spMkLst>
        </pc:spChg>
        <pc:spChg chg="mod">
          <ac:chgData name="megan kim" userId="b6b8e0cc440542ea" providerId="LiveId" clId="{C5AF0248-927E-4898-89F4-EB834583A849}" dt="2026-06-24T03:52:48.265" v="11" actId="1076"/>
          <ac:spMkLst>
            <pc:docMk/>
            <pc:sldMk cId="1780181901" sldId="554"/>
            <ac:spMk id="9" creationId="{FF337E40-EE3D-40AE-967A-C73214BCAD76}"/>
          </ac:spMkLst>
        </pc:spChg>
        <pc:graphicFrameChg chg="modGraphic">
          <ac:chgData name="megan kim" userId="b6b8e0cc440542ea" providerId="LiveId" clId="{C5AF0248-927E-4898-89F4-EB834583A849}" dt="2026-06-24T03:52:58.216" v="13" actId="6549"/>
          <ac:graphicFrameMkLst>
            <pc:docMk/>
            <pc:sldMk cId="1780181901" sldId="554"/>
            <ac:graphicFrameMk id="5" creationId="{AAD74C14-2AB8-4D57-BEC5-CE98F06A4B41}"/>
          </ac:graphicFrameMkLst>
        </pc:graphicFrameChg>
        <pc:graphicFrameChg chg="modGraphic">
          <ac:chgData name="megan kim" userId="b6b8e0cc440542ea" providerId="LiveId" clId="{C5AF0248-927E-4898-89F4-EB834583A849}" dt="2026-06-24T03:53:21.928" v="18" actId="6549"/>
          <ac:graphicFrameMkLst>
            <pc:docMk/>
            <pc:sldMk cId="1780181901" sldId="554"/>
            <ac:graphicFrameMk id="112" creationId="{5A29E491-D6D5-41F5-9058-1F2C6BB22D74}"/>
          </ac:graphicFrameMkLst>
        </pc:graphicFrameChg>
      </pc:sldChg>
      <pc:sldChg chg="del">
        <pc:chgData name="megan kim" userId="b6b8e0cc440542ea" providerId="LiveId" clId="{C5AF0248-927E-4898-89F4-EB834583A849}" dt="2026-06-24T03:51:14.186" v="0" actId="47"/>
        <pc:sldMkLst>
          <pc:docMk/>
          <pc:sldMk cId="3871098029" sldId="787"/>
        </pc:sldMkLst>
      </pc:sldChg>
      <pc:sldChg chg="del">
        <pc:chgData name="megan kim" userId="b6b8e0cc440542ea" providerId="LiveId" clId="{C5AF0248-927E-4898-89F4-EB834583A849}" dt="2026-06-24T03:51:17.070" v="1" actId="47"/>
        <pc:sldMkLst>
          <pc:docMk/>
          <pc:sldMk cId="2561852511" sldId="800"/>
        </pc:sldMkLst>
      </pc:sldChg>
      <pc:sldChg chg="del">
        <pc:chgData name="megan kim" userId="b6b8e0cc440542ea" providerId="LiveId" clId="{C5AF0248-927E-4898-89F4-EB834583A849}" dt="2026-06-24T03:51:14.186" v="0" actId="47"/>
        <pc:sldMkLst>
          <pc:docMk/>
          <pc:sldMk cId="403254504" sldId="801"/>
        </pc:sldMkLst>
      </pc:sldChg>
      <pc:sldChg chg="del">
        <pc:chgData name="megan kim" userId="b6b8e0cc440542ea" providerId="LiveId" clId="{C5AF0248-927E-4898-89F4-EB834583A849}" dt="2026-06-24T03:51:17.070" v="1" actId="47"/>
        <pc:sldMkLst>
          <pc:docMk/>
          <pc:sldMk cId="1318258300" sldId="806"/>
        </pc:sldMkLst>
      </pc:sldChg>
      <pc:sldChg chg="del">
        <pc:chgData name="megan kim" userId="b6b8e0cc440542ea" providerId="LiveId" clId="{C5AF0248-927E-4898-89F4-EB834583A849}" dt="2026-06-24T03:51:17.070" v="1" actId="47"/>
        <pc:sldMkLst>
          <pc:docMk/>
          <pc:sldMk cId="1185179389" sldId="807"/>
        </pc:sldMkLst>
      </pc:sldChg>
      <pc:sldChg chg="del">
        <pc:chgData name="megan kim" userId="b6b8e0cc440542ea" providerId="LiveId" clId="{C5AF0248-927E-4898-89F4-EB834583A849}" dt="2026-06-24T03:51:17.070" v="1" actId="47"/>
        <pc:sldMkLst>
          <pc:docMk/>
          <pc:sldMk cId="999857806" sldId="808"/>
        </pc:sldMkLst>
      </pc:sldChg>
      <pc:sldChg chg="del">
        <pc:chgData name="megan kim" userId="b6b8e0cc440542ea" providerId="LiveId" clId="{C5AF0248-927E-4898-89F4-EB834583A849}" dt="2026-06-24T03:51:17.070" v="1" actId="47"/>
        <pc:sldMkLst>
          <pc:docMk/>
          <pc:sldMk cId="2738197721" sldId="819"/>
        </pc:sldMkLst>
      </pc:sldChg>
      <pc:sldMasterChg chg="delSldLayout modSldLayout">
        <pc:chgData name="megan kim" userId="b6b8e0cc440542ea" providerId="LiveId" clId="{C5AF0248-927E-4898-89F4-EB834583A849}" dt="2026-06-24T03:52:28.355" v="6" actId="478"/>
        <pc:sldMasterMkLst>
          <pc:docMk/>
          <pc:sldMasterMk cId="642896195" sldId="2147483717"/>
        </pc:sldMasterMkLst>
        <pc:sldLayoutChg chg="del">
          <pc:chgData name="megan kim" userId="b6b8e0cc440542ea" providerId="LiveId" clId="{C5AF0248-927E-4898-89F4-EB834583A849}" dt="2026-06-24T03:51:14.186" v="0" actId="47"/>
          <pc:sldLayoutMkLst>
            <pc:docMk/>
            <pc:sldMasterMk cId="642896195" sldId="2147483717"/>
            <pc:sldLayoutMk cId="1276961556" sldId="2147483731"/>
          </pc:sldLayoutMkLst>
        </pc:sldLayoutChg>
        <pc:sldLayoutChg chg="delSp modSp mod">
          <pc:chgData name="megan kim" userId="b6b8e0cc440542ea" providerId="LiveId" clId="{C5AF0248-927E-4898-89F4-EB834583A849}" dt="2026-06-24T03:51:33.632" v="3" actId="6549"/>
          <pc:sldLayoutMkLst>
            <pc:docMk/>
            <pc:sldMasterMk cId="642896195" sldId="2147483717"/>
            <pc:sldLayoutMk cId="2059135976" sldId="2147483732"/>
          </pc:sldLayoutMkLst>
          <pc:spChg chg="del">
            <ac:chgData name="megan kim" userId="b6b8e0cc440542ea" providerId="LiveId" clId="{C5AF0248-927E-4898-89F4-EB834583A849}" dt="2026-06-24T03:51:28.962" v="2" actId="478"/>
            <ac:spMkLst>
              <pc:docMk/>
              <pc:sldMasterMk cId="642896195" sldId="2147483717"/>
              <pc:sldLayoutMk cId="2059135976" sldId="2147483732"/>
              <ac:spMk id="7" creationId="{9C78071D-7E11-4507-9B71-57A9EE700841}"/>
            </ac:spMkLst>
          </pc:spChg>
          <pc:spChg chg="mod">
            <ac:chgData name="megan kim" userId="b6b8e0cc440542ea" providerId="LiveId" clId="{C5AF0248-927E-4898-89F4-EB834583A849}" dt="2026-06-24T03:51:33.632" v="3" actId="6549"/>
            <ac:spMkLst>
              <pc:docMk/>
              <pc:sldMasterMk cId="642896195" sldId="2147483717"/>
              <pc:sldLayoutMk cId="2059135976" sldId="2147483732"/>
              <ac:spMk id="47" creationId="{E5069D39-FFCE-4501-AE56-2A077C62E2F0}"/>
            </ac:spMkLst>
          </pc:spChg>
        </pc:sldLayoutChg>
        <pc:sldLayoutChg chg="delSp mod">
          <pc:chgData name="megan kim" userId="b6b8e0cc440542ea" providerId="LiveId" clId="{C5AF0248-927E-4898-89F4-EB834583A849}" dt="2026-06-24T03:52:28.355" v="6" actId="478"/>
          <pc:sldLayoutMkLst>
            <pc:docMk/>
            <pc:sldMasterMk cId="642896195" sldId="2147483717"/>
            <pc:sldLayoutMk cId="3725536911" sldId="2147483733"/>
          </pc:sldLayoutMkLst>
          <pc:spChg chg="del">
            <ac:chgData name="megan kim" userId="b6b8e0cc440542ea" providerId="LiveId" clId="{C5AF0248-927E-4898-89F4-EB834583A849}" dt="2026-06-24T03:52:26.274" v="5" actId="478"/>
            <ac:spMkLst>
              <pc:docMk/>
              <pc:sldMasterMk cId="642896195" sldId="2147483717"/>
              <pc:sldLayoutMk cId="3725536911" sldId="2147483733"/>
              <ac:spMk id="19" creationId="{258D1FD0-93D2-5189-79D6-0E8789AE2378}"/>
            </ac:spMkLst>
          </pc:spChg>
          <pc:picChg chg="del">
            <ac:chgData name="megan kim" userId="b6b8e0cc440542ea" providerId="LiveId" clId="{C5AF0248-927E-4898-89F4-EB834583A849}" dt="2026-06-24T03:52:28.355" v="6" actId="478"/>
            <ac:picMkLst>
              <pc:docMk/>
              <pc:sldMasterMk cId="642896195" sldId="2147483717"/>
              <pc:sldLayoutMk cId="3725536911" sldId="2147483733"/>
              <ac:picMk id="20" creationId="{ACFA71F7-7DEA-474D-777D-BBAD2A672C6F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30154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799" y="0"/>
            <a:ext cx="430154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ko-KR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456611"/>
            <a:ext cx="430154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799" y="6456611"/>
            <a:ext cx="430154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A19951D-E2B1-4619-82E9-965313E100BA}" type="slidenum">
              <a:rPr lang="en-US" altLang="ko-KR">
                <a:latin typeface="Rix모던고딕 L" panose="02020603020101020101" pitchFamily="18" charset="-127"/>
                <a:ea typeface="Rix모던고딕 L" panose="02020603020101020101" pitchFamily="18" charset="-127"/>
              </a:rPr>
              <a:pPr/>
              <a:t>‹#›</a:t>
            </a:fld>
            <a:endParaRPr lang="en-US" altLang="ko-KR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60967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30154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799" y="0"/>
            <a:ext cx="430154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56063" y="509588"/>
            <a:ext cx="1814512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665" y="3228896"/>
            <a:ext cx="7941310" cy="3058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456611"/>
            <a:ext cx="430154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799" y="6456611"/>
            <a:ext cx="430154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D26986C2-FD0F-42CB-8054-305871AC0A2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992846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1pPr>
    <a:lvl2pPr marL="509187" algn="l" rtl="0" fontAlgn="base" latinLnBrk="1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2pPr>
    <a:lvl3pPr marL="1018374" algn="l" rtl="0" fontAlgn="base" latinLnBrk="1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3pPr>
    <a:lvl4pPr marL="1527562" algn="l" rtl="0" fontAlgn="base" latinLnBrk="1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4pPr>
    <a:lvl5pPr marL="2036747" algn="l" rtl="0" fontAlgn="base" latinLnBrk="1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5pPr>
    <a:lvl6pPr marL="2545935" algn="l" defTabSz="1018374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055121" algn="l" defTabSz="1018374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564309" algn="l" defTabSz="1018374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073494" algn="l" defTabSz="1018374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73275" y="742950"/>
            <a:ext cx="2651125" cy="3721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D77B70-F5D5-4733-8BD7-E5066C6017A2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0291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19">
            <a:extLst>
              <a:ext uri="{FF2B5EF4-FFF2-40B4-BE49-F238E27FC236}">
                <a16:creationId xmlns:a16="http://schemas.microsoft.com/office/drawing/2014/main" id="{8A571248-1066-4C25-B26C-2E6C3E1847F6}"/>
              </a:ext>
            </a:extLst>
          </p:cNvPr>
          <p:cNvSpPr/>
          <p:nvPr userDrawn="1"/>
        </p:nvSpPr>
        <p:spPr>
          <a:xfrm>
            <a:off x="2867" y="0"/>
            <a:ext cx="7772708" cy="1090771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1A59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4" name="자유형 21">
            <a:extLst>
              <a:ext uri="{FF2B5EF4-FFF2-40B4-BE49-F238E27FC236}">
                <a16:creationId xmlns:a16="http://schemas.microsoft.com/office/drawing/2014/main" id="{29B74452-C6DB-4926-999E-7A854D67AE97}"/>
              </a:ext>
            </a:extLst>
          </p:cNvPr>
          <p:cNvSpPr/>
          <p:nvPr userDrawn="1"/>
        </p:nvSpPr>
        <p:spPr>
          <a:xfrm>
            <a:off x="4573" y="-10431"/>
            <a:ext cx="4743450" cy="10907713"/>
          </a:xfrm>
          <a:custGeom>
            <a:avLst/>
            <a:gdLst>
              <a:gd name="connsiteX0" fmla="*/ 0 w 3318126"/>
              <a:gd name="connsiteY0" fmla="*/ 0 h 7559675"/>
              <a:gd name="connsiteX1" fmla="*/ 3318126 w 3318126"/>
              <a:gd name="connsiteY1" fmla="*/ 0 h 7559675"/>
              <a:gd name="connsiteX2" fmla="*/ 451218 w 3318126"/>
              <a:gd name="connsiteY2" fmla="*/ 7559675 h 7559675"/>
              <a:gd name="connsiteX3" fmla="*/ 0 w 3318126"/>
              <a:gd name="connsiteY3" fmla="*/ 7559675 h 7559675"/>
              <a:gd name="connsiteX4" fmla="*/ 0 w 3318126"/>
              <a:gd name="connsiteY4" fmla="*/ 0 h 755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8126" h="7559675">
                <a:moveTo>
                  <a:pt x="0" y="0"/>
                </a:moveTo>
                <a:lnTo>
                  <a:pt x="3318126" y="0"/>
                </a:lnTo>
                <a:lnTo>
                  <a:pt x="451218" y="7559675"/>
                </a:lnTo>
                <a:lnTo>
                  <a:pt x="0" y="7559675"/>
                </a:lnTo>
                <a:lnTo>
                  <a:pt x="0" y="0"/>
                </a:lnTo>
                <a:close/>
              </a:path>
            </a:pathLst>
          </a:custGeom>
          <a:solidFill>
            <a:srgbClr val="083F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</a:endParaRPr>
          </a:p>
        </p:txBody>
      </p:sp>
      <p:sp>
        <p:nvSpPr>
          <p:cNvPr id="5" name="양쪽 모서리가 둥근 사각형 22">
            <a:extLst>
              <a:ext uri="{FF2B5EF4-FFF2-40B4-BE49-F238E27FC236}">
                <a16:creationId xmlns:a16="http://schemas.microsoft.com/office/drawing/2014/main" id="{14F59B9E-38EB-429A-B901-B4EEC77C3CB8}"/>
              </a:ext>
            </a:extLst>
          </p:cNvPr>
          <p:cNvSpPr/>
          <p:nvPr userDrawn="1"/>
        </p:nvSpPr>
        <p:spPr>
          <a:xfrm>
            <a:off x="2868" y="2550321"/>
            <a:ext cx="7772708" cy="8357391"/>
          </a:xfrm>
          <a:prstGeom prst="round2SameRect">
            <a:avLst>
              <a:gd name="adj1" fmla="val 6037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785ACE6-0955-4906-B538-12E42D4490DC}"/>
              </a:ext>
            </a:extLst>
          </p:cNvPr>
          <p:cNvGrpSpPr/>
          <p:nvPr userDrawn="1"/>
        </p:nvGrpSpPr>
        <p:grpSpPr>
          <a:xfrm flipH="1" flipV="1">
            <a:off x="244282" y="2795807"/>
            <a:ext cx="5062117" cy="3220476"/>
            <a:chOff x="4956943" y="1927847"/>
            <a:chExt cx="6025968" cy="4340314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1FA6E49A-51D5-4C4A-BF39-C499585AC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22301" y="2081544"/>
              <a:ext cx="5860610" cy="4143190"/>
            </a:xfrm>
            <a:prstGeom prst="roundRect">
              <a:avLst>
                <a:gd name="adj" fmla="val 9354"/>
              </a:avLst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8E57E49-6AF4-49AE-8DD5-36F09FDD70B0}"/>
                </a:ext>
              </a:extLst>
            </p:cNvPr>
            <p:cNvSpPr/>
            <p:nvPr/>
          </p:nvSpPr>
          <p:spPr>
            <a:xfrm>
              <a:off x="4956943" y="1927847"/>
              <a:ext cx="4973735" cy="4340314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ln>
                  <a:solidFill>
                    <a:srgbClr val="B2B9BF">
                      <a:alpha val="0"/>
                    </a:srgbClr>
                  </a:solidFill>
                </a:ln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32D94BF-4CCE-4C7C-BBB1-971183394718}"/>
              </a:ext>
            </a:extLst>
          </p:cNvPr>
          <p:cNvGrpSpPr/>
          <p:nvPr userDrawn="1"/>
        </p:nvGrpSpPr>
        <p:grpSpPr>
          <a:xfrm>
            <a:off x="561603" y="2087907"/>
            <a:ext cx="4971158" cy="584775"/>
            <a:chOff x="326637" y="1732527"/>
            <a:chExt cx="4971158" cy="584775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4D1B4136-679D-4A76-8F64-B70C46BA82D1}"/>
                </a:ext>
              </a:extLst>
            </p:cNvPr>
            <p:cNvCxnSpPr/>
            <p:nvPr/>
          </p:nvCxnSpPr>
          <p:spPr>
            <a:xfrm>
              <a:off x="2511031" y="2202557"/>
              <a:ext cx="2786764" cy="0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rgbClr val="8D98A1">
                      <a:alpha val="2000"/>
                    </a:srgbClr>
                  </a:gs>
                  <a:gs pos="100000">
                    <a:srgbClr val="182032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45069A99-2C88-492A-831B-BE8025810DE8}"/>
                </a:ext>
              </a:extLst>
            </p:cNvPr>
            <p:cNvGrpSpPr/>
            <p:nvPr/>
          </p:nvGrpSpPr>
          <p:grpSpPr>
            <a:xfrm>
              <a:off x="326637" y="1732527"/>
              <a:ext cx="2449373" cy="584775"/>
              <a:chOff x="721887" y="2497776"/>
              <a:chExt cx="2449373" cy="584775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F14EB92B-F197-4EC4-B138-C8877C896233}"/>
                  </a:ext>
                </a:extLst>
              </p:cNvPr>
              <p:cNvSpPr/>
              <p:nvPr/>
            </p:nvSpPr>
            <p:spPr>
              <a:xfrm>
                <a:off x="869027" y="2497776"/>
                <a:ext cx="2302233" cy="584775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lvl="0" algn="l" latinLnBrk="0">
                  <a:spcBef>
                    <a:spcPts val="0"/>
                  </a:spcBef>
                  <a:defRPr/>
                </a:pPr>
                <a:r>
                  <a:rPr lang="en-US" altLang="ko-KR" sz="3100" spc="300" dirty="0">
                    <a:ln>
                      <a:solidFill>
                        <a:srgbClr val="10326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CONTENTS</a:t>
                </a:r>
                <a:endParaRPr lang="ko-KR" altLang="en-US" sz="3100" spc="300" dirty="0">
                  <a:ln>
                    <a:solidFill>
                      <a:srgbClr val="10326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  <p:sp>
            <p:nvSpPr>
              <p:cNvPr id="15" name="다이아몬드 14">
                <a:extLst>
                  <a:ext uri="{FF2B5EF4-FFF2-40B4-BE49-F238E27FC236}">
                    <a16:creationId xmlns:a16="http://schemas.microsoft.com/office/drawing/2014/main" id="{790754EC-8823-403B-8FF8-4480D21B77D8}"/>
                  </a:ext>
                </a:extLst>
              </p:cNvPr>
              <p:cNvSpPr/>
              <p:nvPr/>
            </p:nvSpPr>
            <p:spPr>
              <a:xfrm>
                <a:off x="721887" y="2827696"/>
                <a:ext cx="129974" cy="129974"/>
              </a:xfrm>
              <a:prstGeom prst="diamond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</p:grp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A1CDD10-6987-46FD-A744-2FBB1FEAE2B5}"/>
              </a:ext>
            </a:extLst>
          </p:cNvPr>
          <p:cNvCxnSpPr/>
          <p:nvPr userDrawn="1"/>
        </p:nvCxnSpPr>
        <p:spPr bwMode="auto">
          <a:xfrm>
            <a:off x="626590" y="1772670"/>
            <a:ext cx="0" cy="654682"/>
          </a:xfrm>
          <a:prstGeom prst="line">
            <a:avLst/>
          </a:prstGeom>
          <a:noFill/>
          <a:ln w="9525" cap="flat" cmpd="sng" algn="ctr">
            <a:solidFill>
              <a:srgbClr val="3689F3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278BD80B-FDFD-4621-B89B-C61B219E5B11}"/>
              </a:ext>
            </a:extLst>
          </p:cNvPr>
          <p:cNvGrpSpPr/>
          <p:nvPr userDrawn="1"/>
        </p:nvGrpSpPr>
        <p:grpSpPr>
          <a:xfrm>
            <a:off x="424221" y="1615439"/>
            <a:ext cx="5993768" cy="455223"/>
            <a:chOff x="6030496" y="3927477"/>
            <a:chExt cx="5561211" cy="462431"/>
          </a:xfrm>
        </p:grpSpPr>
        <p:pic>
          <p:nvPicPr>
            <p:cNvPr id="43" name="Picture 185" descr="그림자">
              <a:extLst>
                <a:ext uri="{FF2B5EF4-FFF2-40B4-BE49-F238E27FC236}">
                  <a16:creationId xmlns:a16="http://schemas.microsoft.com/office/drawing/2014/main" id="{43840B2D-89BD-4E85-8BA8-63DE21E57E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240839" y="4220852"/>
              <a:ext cx="2296677" cy="169056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모서리가 둥근 직사각형 68">
              <a:extLst>
                <a:ext uri="{FF2B5EF4-FFF2-40B4-BE49-F238E27FC236}">
                  <a16:creationId xmlns:a16="http://schemas.microsoft.com/office/drawing/2014/main" id="{4F516E2C-596C-42FF-BB8D-5C0D73C06002}"/>
                </a:ext>
              </a:extLst>
            </p:cNvPr>
            <p:cNvSpPr/>
            <p:nvPr/>
          </p:nvSpPr>
          <p:spPr>
            <a:xfrm rot="16200000">
              <a:off x="8657018" y="1414496"/>
              <a:ext cx="421707" cy="5447670"/>
            </a:xfrm>
            <a:prstGeom prst="roundRect">
              <a:avLst>
                <a:gd name="adj" fmla="val 15354"/>
              </a:avLst>
            </a:prstGeom>
            <a:solidFill>
              <a:srgbClr val="3689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n>
                  <a:solidFill>
                    <a:srgbClr val="D9D9D9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62A1166-2CF9-4876-AE65-5BD6C0A362E2}"/>
                </a:ext>
              </a:extLst>
            </p:cNvPr>
            <p:cNvSpPr/>
            <p:nvPr/>
          </p:nvSpPr>
          <p:spPr>
            <a:xfrm>
              <a:off x="6030496" y="4029235"/>
              <a:ext cx="218193" cy="218191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3689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n>
                  <a:solidFill>
                    <a:srgbClr val="D9D9D9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7EC55928-8096-4C72-A442-DF109E2738DB}"/>
                </a:ext>
              </a:extLst>
            </p:cNvPr>
            <p:cNvSpPr/>
            <p:nvPr/>
          </p:nvSpPr>
          <p:spPr>
            <a:xfrm>
              <a:off x="6078668" y="4077408"/>
              <a:ext cx="121850" cy="121850"/>
            </a:xfrm>
            <a:prstGeom prst="ellipse">
              <a:avLst/>
            </a:prstGeom>
            <a:solidFill>
              <a:schemeClr val="bg1"/>
            </a:solidFill>
            <a:ln w="57150">
              <a:noFill/>
            </a:ln>
            <a:effectLst>
              <a:innerShdw dist="31750" dir="13500000">
                <a:schemeClr val="tx1">
                  <a:lumMod val="65000"/>
                  <a:lumOff val="3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n>
                  <a:solidFill>
                    <a:srgbClr val="D9D9D9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E5069D39-FFCE-4501-AE56-2A077C62E2F0}"/>
                </a:ext>
              </a:extLst>
            </p:cNvPr>
            <p:cNvSpPr/>
            <p:nvPr/>
          </p:nvSpPr>
          <p:spPr>
            <a:xfrm>
              <a:off x="6372730" y="3997638"/>
              <a:ext cx="3471400" cy="281385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defTabSz="762000">
                <a:defRPr/>
              </a:pPr>
              <a:r>
                <a:rPr lang="ko-KR" altLang="en-US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시스템 및 대</a:t>
              </a:r>
              <a:r>
                <a:rPr lang="en-US" altLang="ko-KR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내외 서비스 신규 구축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4DE9B66-5169-2270-37E4-5D4D0364AF2B}"/>
              </a:ext>
            </a:extLst>
          </p:cNvPr>
          <p:cNvSpPr txBox="1"/>
          <p:nvPr userDrawn="1"/>
        </p:nvSpPr>
        <p:spPr bwMode="auto">
          <a:xfrm>
            <a:off x="4978838" y="191912"/>
            <a:ext cx="2792164" cy="322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6000"/>
              </a:spcBef>
              <a:buNone/>
            </a:pPr>
            <a:r>
              <a:rPr lang="ko-KR" altLang="ko-KR" sz="1200" b="1" i="0" dirty="0">
                <a:solidFill>
                  <a:srgbClr val="2563EB"/>
                </a:solidFill>
                <a:effectLst/>
                <a:latin typeface="Pretendard"/>
              </a:rPr>
              <a:t>신뢰</a:t>
            </a:r>
            <a:r>
              <a:rPr lang="ko-KR" altLang="ko-KR" sz="1200" b="1" i="0" dirty="0">
                <a:solidFill>
                  <a:srgbClr val="000000"/>
                </a:solidFill>
                <a:effectLst/>
                <a:latin typeface="Pretendard"/>
              </a:rPr>
              <a:t>로 소통하고 </a:t>
            </a:r>
            <a:r>
              <a:rPr lang="ko-KR" altLang="ko-KR" sz="1200" b="1" i="0" dirty="0">
                <a:solidFill>
                  <a:srgbClr val="2563EB"/>
                </a:solidFill>
                <a:effectLst/>
                <a:latin typeface="Pretendard"/>
              </a:rPr>
              <a:t>전문성</a:t>
            </a:r>
            <a:r>
              <a:rPr lang="ko-KR" altLang="ko-KR" sz="1200" b="1" i="0" dirty="0">
                <a:solidFill>
                  <a:srgbClr val="000000"/>
                </a:solidFill>
                <a:effectLst/>
                <a:latin typeface="Pretendard"/>
              </a:rPr>
              <a:t>으로 도전한다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EF8B7A4-3CD6-D1EF-CBA4-F1058E6B06B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52" y="10740183"/>
            <a:ext cx="2226362" cy="24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135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35" userDrawn="1">
          <p15:clr>
            <a:srgbClr val="FBAE40"/>
          </p15:clr>
        </p15:guide>
        <p15:guide id="2" pos="244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3AC03A1-3011-8835-DDF6-3EE6BE2B112F}"/>
              </a:ext>
            </a:extLst>
          </p:cNvPr>
          <p:cNvCxnSpPr>
            <a:cxnSpLocks/>
          </p:cNvCxnSpPr>
          <p:nvPr userDrawn="1"/>
        </p:nvCxnSpPr>
        <p:spPr>
          <a:xfrm>
            <a:off x="647465" y="1233732"/>
            <a:ext cx="7128000" cy="0"/>
          </a:xfrm>
          <a:prstGeom prst="line">
            <a:avLst/>
          </a:prstGeom>
          <a:ln w="15875">
            <a:solidFill>
              <a:srgbClr val="DBDE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BAA20A2-3D95-F831-681C-6611CDE940F1}"/>
              </a:ext>
            </a:extLst>
          </p:cNvPr>
          <p:cNvCxnSpPr/>
          <p:nvPr userDrawn="1"/>
        </p:nvCxnSpPr>
        <p:spPr>
          <a:xfrm>
            <a:off x="3678282" y="10346827"/>
            <a:ext cx="419014" cy="0"/>
          </a:xfrm>
          <a:prstGeom prst="line">
            <a:avLst/>
          </a:prstGeom>
          <a:ln w="28575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C33F660-0BE3-666E-5FBE-45DFCE9E26B9}"/>
              </a:ext>
            </a:extLst>
          </p:cNvPr>
          <p:cNvSpPr txBox="1"/>
          <p:nvPr userDrawn="1"/>
        </p:nvSpPr>
        <p:spPr>
          <a:xfrm>
            <a:off x="1449602" y="722328"/>
            <a:ext cx="1578958" cy="2985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032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940" b="0" i="0" u="none" strike="noStrike" kern="0" cap="none" spc="0" normalizeH="0" baseline="0" noProof="0" dirty="0">
                <a:ln>
                  <a:solidFill>
                    <a:srgbClr val="83B8E9">
                      <a:alpha val="0"/>
                    </a:srgbClr>
                  </a:solidFill>
                </a:ln>
                <a:solidFill>
                  <a:srgbClr val="0072B1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제안업체 현황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6A167302-954C-FDF2-86E7-DB0A79E09EF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21076" y="10484090"/>
            <a:ext cx="333425" cy="12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783365" rtl="0" eaLnBrk="1" fontAlgn="base" latinLnBrk="1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94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Ⅱ</a:t>
            </a:r>
            <a:r>
              <a:rPr kumimoji="1" lang="ko-KR" altLang="en-US" sz="794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kumimoji="1" lang="en-US" altLang="ko-KR" sz="794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 </a:t>
            </a:r>
            <a:fld id="{4DD48468-F2DE-46FF-8245-D45D449E686B}" type="slidenum">
              <a:rPr kumimoji="1" lang="en-US" altLang="ko-KR" sz="794" b="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pPr marL="0" algn="ctr" defTabSz="783365" rtl="0"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794" b="0" kern="1200" dirty="0">
              <a:solidFill>
                <a:schemeClr val="tx1">
                  <a:lumMod val="50000"/>
                  <a:lumOff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FCA04B6-CCB0-4916-4A95-A9052ACE766C}"/>
              </a:ext>
            </a:extLst>
          </p:cNvPr>
          <p:cNvGrpSpPr/>
          <p:nvPr userDrawn="1"/>
        </p:nvGrpSpPr>
        <p:grpSpPr>
          <a:xfrm>
            <a:off x="-213" y="0"/>
            <a:ext cx="7776000" cy="1233732"/>
            <a:chOff x="-213" y="0"/>
            <a:chExt cx="7776000" cy="1233732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2F16E399-CC66-EFBD-B336-D63D8EA11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grayscl/>
            </a:blip>
            <a:srcRect l="42255" t="10088" r="21946" b="33412"/>
            <a:stretch/>
          </p:blipFill>
          <p:spPr>
            <a:xfrm>
              <a:off x="6807279" y="0"/>
              <a:ext cx="968295" cy="1229710"/>
            </a:xfrm>
            <a:prstGeom prst="rect">
              <a:avLst/>
            </a:prstGeom>
          </p:spPr>
        </p:pic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3C70BAA7-0875-186C-6110-079F06E05B5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13" y="1233732"/>
              <a:ext cx="7776000" cy="0"/>
            </a:xfrm>
            <a:prstGeom prst="line">
              <a:avLst/>
            </a:prstGeom>
            <a:ln w="15875">
              <a:solidFill>
                <a:srgbClr val="DBDEE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B3470F0-0D37-95CA-EB6E-466423A7C533}"/>
              </a:ext>
            </a:extLst>
          </p:cNvPr>
          <p:cNvSpPr txBox="1"/>
          <p:nvPr userDrawn="1"/>
        </p:nvSpPr>
        <p:spPr bwMode="auto">
          <a:xfrm>
            <a:off x="5291943" y="448628"/>
            <a:ext cx="2772308" cy="322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6000"/>
              </a:spcBef>
              <a:buNone/>
            </a:pPr>
            <a:r>
              <a:rPr lang="ko-KR" altLang="ko-KR" sz="900" b="1" i="0" dirty="0">
                <a:solidFill>
                  <a:srgbClr val="2563EB"/>
                </a:solidFill>
                <a:effectLst/>
                <a:latin typeface="Pretendard"/>
              </a:rPr>
              <a:t>신뢰</a:t>
            </a:r>
            <a:r>
              <a:rPr lang="ko-KR" altLang="ko-KR" sz="900" b="1" i="0" dirty="0">
                <a:solidFill>
                  <a:srgbClr val="000000"/>
                </a:solidFill>
                <a:effectLst/>
                <a:latin typeface="Pretendard"/>
              </a:rPr>
              <a:t>로 소통하고 </a:t>
            </a:r>
            <a:r>
              <a:rPr lang="ko-KR" altLang="ko-KR" sz="900" b="1" i="0" dirty="0">
                <a:solidFill>
                  <a:srgbClr val="2563EB"/>
                </a:solidFill>
                <a:effectLst/>
                <a:latin typeface="Pretendard"/>
              </a:rPr>
              <a:t>전문성</a:t>
            </a:r>
            <a:r>
              <a:rPr lang="ko-KR" altLang="ko-KR" sz="900" b="1" i="0" dirty="0">
                <a:solidFill>
                  <a:srgbClr val="000000"/>
                </a:solidFill>
                <a:effectLst/>
                <a:latin typeface="Pretendard"/>
              </a:rPr>
              <a:t>으로 도전한다</a:t>
            </a:r>
          </a:p>
        </p:txBody>
      </p:sp>
      <p:sp>
        <p:nvSpPr>
          <p:cNvPr id="3" name="Freeform 133">
            <a:extLst>
              <a:ext uri="{FF2B5EF4-FFF2-40B4-BE49-F238E27FC236}">
                <a16:creationId xmlns:a16="http://schemas.microsoft.com/office/drawing/2014/main" id="{821CE9CB-FDA0-90D2-FF37-A5DD7A0F442C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695484" y="450375"/>
            <a:ext cx="578033" cy="568800"/>
          </a:xfrm>
          <a:custGeom>
            <a:avLst/>
            <a:gdLst>
              <a:gd name="T0" fmla="*/ 171 w 171"/>
              <a:gd name="T1" fmla="*/ 1 h 168"/>
              <a:gd name="T2" fmla="*/ 171 w 171"/>
              <a:gd name="T3" fmla="*/ 4 h 168"/>
              <a:gd name="T4" fmla="*/ 171 w 171"/>
              <a:gd name="T5" fmla="*/ 7 h 168"/>
              <a:gd name="T6" fmla="*/ 169 w 171"/>
              <a:gd name="T7" fmla="*/ 8 h 168"/>
              <a:gd name="T8" fmla="*/ 154 w 171"/>
              <a:gd name="T9" fmla="*/ 11 h 168"/>
              <a:gd name="T10" fmla="*/ 150 w 171"/>
              <a:gd name="T11" fmla="*/ 20 h 168"/>
              <a:gd name="T12" fmla="*/ 150 w 171"/>
              <a:gd name="T13" fmla="*/ 146 h 168"/>
              <a:gd name="T14" fmla="*/ 153 w 171"/>
              <a:gd name="T15" fmla="*/ 156 h 168"/>
              <a:gd name="T16" fmla="*/ 162 w 171"/>
              <a:gd name="T17" fmla="*/ 159 h 168"/>
              <a:gd name="T18" fmla="*/ 168 w 171"/>
              <a:gd name="T19" fmla="*/ 159 h 168"/>
              <a:gd name="T20" fmla="*/ 170 w 171"/>
              <a:gd name="T21" fmla="*/ 160 h 168"/>
              <a:gd name="T22" fmla="*/ 170 w 171"/>
              <a:gd name="T23" fmla="*/ 163 h 168"/>
              <a:gd name="T24" fmla="*/ 170 w 171"/>
              <a:gd name="T25" fmla="*/ 167 h 168"/>
              <a:gd name="T26" fmla="*/ 168 w 171"/>
              <a:gd name="T27" fmla="*/ 168 h 168"/>
              <a:gd name="T28" fmla="*/ 2 w 171"/>
              <a:gd name="T29" fmla="*/ 168 h 168"/>
              <a:gd name="T30" fmla="*/ 0 w 171"/>
              <a:gd name="T31" fmla="*/ 167 h 168"/>
              <a:gd name="T32" fmla="*/ 0 w 171"/>
              <a:gd name="T33" fmla="*/ 163 h 168"/>
              <a:gd name="T34" fmla="*/ 0 w 171"/>
              <a:gd name="T35" fmla="*/ 160 h 168"/>
              <a:gd name="T36" fmla="*/ 2 w 171"/>
              <a:gd name="T37" fmla="*/ 159 h 168"/>
              <a:gd name="T38" fmla="*/ 7 w 171"/>
              <a:gd name="T39" fmla="*/ 159 h 168"/>
              <a:gd name="T40" fmla="*/ 17 w 171"/>
              <a:gd name="T41" fmla="*/ 156 h 168"/>
              <a:gd name="T42" fmla="*/ 20 w 171"/>
              <a:gd name="T43" fmla="*/ 146 h 168"/>
              <a:gd name="T44" fmla="*/ 20 w 171"/>
              <a:gd name="T45" fmla="*/ 19 h 168"/>
              <a:gd name="T46" fmla="*/ 17 w 171"/>
              <a:gd name="T47" fmla="*/ 10 h 168"/>
              <a:gd name="T48" fmla="*/ 9 w 171"/>
              <a:gd name="T49" fmla="*/ 7 h 168"/>
              <a:gd name="T50" fmla="*/ 3 w 171"/>
              <a:gd name="T51" fmla="*/ 7 h 168"/>
              <a:gd name="T52" fmla="*/ 2 w 171"/>
              <a:gd name="T53" fmla="*/ 6 h 168"/>
              <a:gd name="T54" fmla="*/ 1 w 171"/>
              <a:gd name="T55" fmla="*/ 4 h 168"/>
              <a:gd name="T56" fmla="*/ 2 w 171"/>
              <a:gd name="T57" fmla="*/ 1 h 168"/>
              <a:gd name="T58" fmla="*/ 3 w 171"/>
              <a:gd name="T59" fmla="*/ 0 h 168"/>
              <a:gd name="T60" fmla="*/ 169 w 171"/>
              <a:gd name="T61" fmla="*/ 0 h 168"/>
              <a:gd name="T62" fmla="*/ 171 w 171"/>
              <a:gd name="T63" fmla="*/ 1 h 168"/>
              <a:gd name="T64" fmla="*/ 76 w 171"/>
              <a:gd name="T65" fmla="*/ 19 h 168"/>
              <a:gd name="T66" fmla="*/ 73 w 171"/>
              <a:gd name="T67" fmla="*/ 9 h 168"/>
              <a:gd name="T68" fmla="*/ 63 w 171"/>
              <a:gd name="T69" fmla="*/ 7 h 168"/>
              <a:gd name="T70" fmla="*/ 50 w 171"/>
              <a:gd name="T71" fmla="*/ 7 h 168"/>
              <a:gd name="T72" fmla="*/ 41 w 171"/>
              <a:gd name="T73" fmla="*/ 9 h 168"/>
              <a:gd name="T74" fmla="*/ 39 w 171"/>
              <a:gd name="T75" fmla="*/ 19 h 168"/>
              <a:gd name="T76" fmla="*/ 39 w 171"/>
              <a:gd name="T77" fmla="*/ 146 h 168"/>
              <a:gd name="T78" fmla="*/ 41 w 171"/>
              <a:gd name="T79" fmla="*/ 158 h 168"/>
              <a:gd name="T80" fmla="*/ 52 w 171"/>
              <a:gd name="T81" fmla="*/ 161 h 168"/>
              <a:gd name="T82" fmla="*/ 62 w 171"/>
              <a:gd name="T83" fmla="*/ 161 h 168"/>
              <a:gd name="T84" fmla="*/ 72 w 171"/>
              <a:gd name="T85" fmla="*/ 158 h 168"/>
              <a:gd name="T86" fmla="*/ 76 w 171"/>
              <a:gd name="T87" fmla="*/ 147 h 168"/>
              <a:gd name="T88" fmla="*/ 76 w 171"/>
              <a:gd name="T89" fmla="*/ 19 h 168"/>
              <a:gd name="T90" fmla="*/ 131 w 171"/>
              <a:gd name="T91" fmla="*/ 20 h 168"/>
              <a:gd name="T92" fmla="*/ 129 w 171"/>
              <a:gd name="T93" fmla="*/ 10 h 168"/>
              <a:gd name="T94" fmla="*/ 120 w 171"/>
              <a:gd name="T95" fmla="*/ 7 h 168"/>
              <a:gd name="T96" fmla="*/ 106 w 171"/>
              <a:gd name="T97" fmla="*/ 7 h 168"/>
              <a:gd name="T98" fmla="*/ 97 w 171"/>
              <a:gd name="T99" fmla="*/ 10 h 168"/>
              <a:gd name="T100" fmla="*/ 95 w 171"/>
              <a:gd name="T101" fmla="*/ 20 h 168"/>
              <a:gd name="T102" fmla="*/ 95 w 171"/>
              <a:gd name="T103" fmla="*/ 146 h 168"/>
              <a:gd name="T104" fmla="*/ 97 w 171"/>
              <a:gd name="T105" fmla="*/ 158 h 168"/>
              <a:gd name="T106" fmla="*/ 107 w 171"/>
              <a:gd name="T107" fmla="*/ 161 h 168"/>
              <a:gd name="T108" fmla="*/ 121 w 171"/>
              <a:gd name="T109" fmla="*/ 161 h 168"/>
              <a:gd name="T110" fmla="*/ 129 w 171"/>
              <a:gd name="T111" fmla="*/ 157 h 168"/>
              <a:gd name="T112" fmla="*/ 131 w 171"/>
              <a:gd name="T113" fmla="*/ 146 h 168"/>
              <a:gd name="T114" fmla="*/ 131 w 171"/>
              <a:gd name="T115" fmla="*/ 20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71" h="168">
                <a:moveTo>
                  <a:pt x="171" y="1"/>
                </a:moveTo>
                <a:cubicBezTo>
                  <a:pt x="171" y="2"/>
                  <a:pt x="171" y="3"/>
                  <a:pt x="171" y="4"/>
                </a:cubicBezTo>
                <a:cubicBezTo>
                  <a:pt x="171" y="5"/>
                  <a:pt x="171" y="6"/>
                  <a:pt x="171" y="7"/>
                </a:cubicBezTo>
                <a:cubicBezTo>
                  <a:pt x="170" y="7"/>
                  <a:pt x="170" y="8"/>
                  <a:pt x="169" y="8"/>
                </a:cubicBezTo>
                <a:cubicBezTo>
                  <a:pt x="162" y="8"/>
                  <a:pt x="157" y="9"/>
                  <a:pt x="154" y="11"/>
                </a:cubicBezTo>
                <a:cubicBezTo>
                  <a:pt x="151" y="13"/>
                  <a:pt x="150" y="16"/>
                  <a:pt x="150" y="20"/>
                </a:cubicBezTo>
                <a:cubicBezTo>
                  <a:pt x="150" y="146"/>
                  <a:pt x="150" y="146"/>
                  <a:pt x="150" y="146"/>
                </a:cubicBezTo>
                <a:cubicBezTo>
                  <a:pt x="150" y="151"/>
                  <a:pt x="151" y="155"/>
                  <a:pt x="153" y="156"/>
                </a:cubicBezTo>
                <a:cubicBezTo>
                  <a:pt x="155" y="158"/>
                  <a:pt x="158" y="159"/>
                  <a:pt x="162" y="159"/>
                </a:cubicBezTo>
                <a:cubicBezTo>
                  <a:pt x="168" y="159"/>
                  <a:pt x="168" y="159"/>
                  <a:pt x="168" y="159"/>
                </a:cubicBezTo>
                <a:cubicBezTo>
                  <a:pt x="169" y="159"/>
                  <a:pt x="169" y="159"/>
                  <a:pt x="170" y="160"/>
                </a:cubicBezTo>
                <a:cubicBezTo>
                  <a:pt x="170" y="161"/>
                  <a:pt x="170" y="162"/>
                  <a:pt x="170" y="163"/>
                </a:cubicBezTo>
                <a:cubicBezTo>
                  <a:pt x="170" y="165"/>
                  <a:pt x="170" y="166"/>
                  <a:pt x="170" y="167"/>
                </a:cubicBezTo>
                <a:cubicBezTo>
                  <a:pt x="169" y="167"/>
                  <a:pt x="169" y="168"/>
                  <a:pt x="168" y="168"/>
                </a:cubicBezTo>
                <a:cubicBezTo>
                  <a:pt x="2" y="168"/>
                  <a:pt x="2" y="168"/>
                  <a:pt x="2" y="168"/>
                </a:cubicBezTo>
                <a:cubicBezTo>
                  <a:pt x="1" y="168"/>
                  <a:pt x="1" y="168"/>
                  <a:pt x="0" y="167"/>
                </a:cubicBezTo>
                <a:cubicBezTo>
                  <a:pt x="0" y="166"/>
                  <a:pt x="0" y="165"/>
                  <a:pt x="0" y="163"/>
                </a:cubicBezTo>
                <a:cubicBezTo>
                  <a:pt x="0" y="162"/>
                  <a:pt x="0" y="161"/>
                  <a:pt x="0" y="160"/>
                </a:cubicBezTo>
                <a:cubicBezTo>
                  <a:pt x="1" y="159"/>
                  <a:pt x="1" y="159"/>
                  <a:pt x="2" y="159"/>
                </a:cubicBezTo>
                <a:cubicBezTo>
                  <a:pt x="7" y="159"/>
                  <a:pt x="7" y="159"/>
                  <a:pt x="7" y="159"/>
                </a:cubicBezTo>
                <a:cubicBezTo>
                  <a:pt x="12" y="159"/>
                  <a:pt x="15" y="158"/>
                  <a:pt x="17" y="156"/>
                </a:cubicBezTo>
                <a:cubicBezTo>
                  <a:pt x="19" y="155"/>
                  <a:pt x="20" y="151"/>
                  <a:pt x="20" y="146"/>
                </a:cubicBezTo>
                <a:cubicBezTo>
                  <a:pt x="20" y="19"/>
                  <a:pt x="20" y="19"/>
                  <a:pt x="20" y="19"/>
                </a:cubicBezTo>
                <a:cubicBezTo>
                  <a:pt x="20" y="15"/>
                  <a:pt x="19" y="12"/>
                  <a:pt x="17" y="10"/>
                </a:cubicBezTo>
                <a:cubicBezTo>
                  <a:pt x="15" y="8"/>
                  <a:pt x="13" y="7"/>
                  <a:pt x="9" y="7"/>
                </a:cubicBezTo>
                <a:cubicBezTo>
                  <a:pt x="3" y="7"/>
                  <a:pt x="3" y="7"/>
                  <a:pt x="3" y="7"/>
                </a:cubicBezTo>
                <a:cubicBezTo>
                  <a:pt x="2" y="7"/>
                  <a:pt x="2" y="7"/>
                  <a:pt x="2" y="6"/>
                </a:cubicBezTo>
                <a:cubicBezTo>
                  <a:pt x="1" y="5"/>
                  <a:pt x="1" y="5"/>
                  <a:pt x="1" y="4"/>
                </a:cubicBezTo>
                <a:cubicBezTo>
                  <a:pt x="1" y="3"/>
                  <a:pt x="1" y="2"/>
                  <a:pt x="2" y="1"/>
                </a:cubicBezTo>
                <a:cubicBezTo>
                  <a:pt x="2" y="0"/>
                  <a:pt x="2" y="0"/>
                  <a:pt x="3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170" y="0"/>
                  <a:pt x="170" y="0"/>
                  <a:pt x="171" y="1"/>
                </a:cubicBezTo>
                <a:close/>
                <a:moveTo>
                  <a:pt x="76" y="19"/>
                </a:moveTo>
                <a:cubicBezTo>
                  <a:pt x="76" y="14"/>
                  <a:pt x="75" y="11"/>
                  <a:pt x="73" y="9"/>
                </a:cubicBezTo>
                <a:cubicBezTo>
                  <a:pt x="71" y="8"/>
                  <a:pt x="68" y="7"/>
                  <a:pt x="63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46" y="7"/>
                  <a:pt x="43" y="8"/>
                  <a:pt x="41" y="9"/>
                </a:cubicBezTo>
                <a:cubicBezTo>
                  <a:pt x="40" y="11"/>
                  <a:pt x="39" y="14"/>
                  <a:pt x="39" y="19"/>
                </a:cubicBezTo>
                <a:cubicBezTo>
                  <a:pt x="39" y="146"/>
                  <a:pt x="39" y="146"/>
                  <a:pt x="39" y="146"/>
                </a:cubicBezTo>
                <a:cubicBezTo>
                  <a:pt x="39" y="152"/>
                  <a:pt x="40" y="156"/>
                  <a:pt x="41" y="158"/>
                </a:cubicBezTo>
                <a:cubicBezTo>
                  <a:pt x="43" y="160"/>
                  <a:pt x="46" y="161"/>
                  <a:pt x="52" y="161"/>
                </a:cubicBezTo>
                <a:cubicBezTo>
                  <a:pt x="62" y="161"/>
                  <a:pt x="62" y="161"/>
                  <a:pt x="62" y="161"/>
                </a:cubicBezTo>
                <a:cubicBezTo>
                  <a:pt x="66" y="161"/>
                  <a:pt x="69" y="160"/>
                  <a:pt x="72" y="158"/>
                </a:cubicBezTo>
                <a:cubicBezTo>
                  <a:pt x="74" y="156"/>
                  <a:pt x="76" y="153"/>
                  <a:pt x="76" y="147"/>
                </a:cubicBezTo>
                <a:lnTo>
                  <a:pt x="76" y="19"/>
                </a:lnTo>
                <a:close/>
                <a:moveTo>
                  <a:pt x="131" y="20"/>
                </a:moveTo>
                <a:cubicBezTo>
                  <a:pt x="131" y="15"/>
                  <a:pt x="130" y="12"/>
                  <a:pt x="129" y="10"/>
                </a:cubicBezTo>
                <a:cubicBezTo>
                  <a:pt x="127" y="8"/>
                  <a:pt x="124" y="7"/>
                  <a:pt x="120" y="7"/>
                </a:cubicBezTo>
                <a:cubicBezTo>
                  <a:pt x="106" y="7"/>
                  <a:pt x="106" y="7"/>
                  <a:pt x="106" y="7"/>
                </a:cubicBezTo>
                <a:cubicBezTo>
                  <a:pt x="102" y="7"/>
                  <a:pt x="99" y="8"/>
                  <a:pt x="97" y="10"/>
                </a:cubicBezTo>
                <a:cubicBezTo>
                  <a:pt x="96" y="12"/>
                  <a:pt x="95" y="15"/>
                  <a:pt x="95" y="20"/>
                </a:cubicBezTo>
                <a:cubicBezTo>
                  <a:pt x="95" y="146"/>
                  <a:pt x="95" y="146"/>
                  <a:pt x="95" y="146"/>
                </a:cubicBezTo>
                <a:cubicBezTo>
                  <a:pt x="95" y="152"/>
                  <a:pt x="96" y="156"/>
                  <a:pt x="97" y="158"/>
                </a:cubicBezTo>
                <a:cubicBezTo>
                  <a:pt x="99" y="160"/>
                  <a:pt x="102" y="161"/>
                  <a:pt x="107" y="161"/>
                </a:cubicBezTo>
                <a:cubicBezTo>
                  <a:pt x="121" y="161"/>
                  <a:pt x="121" y="161"/>
                  <a:pt x="121" y="161"/>
                </a:cubicBezTo>
                <a:cubicBezTo>
                  <a:pt x="125" y="161"/>
                  <a:pt x="127" y="160"/>
                  <a:pt x="129" y="157"/>
                </a:cubicBezTo>
                <a:cubicBezTo>
                  <a:pt x="130" y="155"/>
                  <a:pt x="131" y="152"/>
                  <a:pt x="131" y="146"/>
                </a:cubicBezTo>
                <a:lnTo>
                  <a:pt x="131" y="20"/>
                </a:lnTo>
                <a:close/>
              </a:path>
            </a:pathLst>
          </a:custGeom>
          <a:solidFill>
            <a:srgbClr val="0072B1"/>
          </a:solidFill>
          <a:ln>
            <a:noFill/>
          </a:ln>
          <a:effectLst>
            <a:outerShdw dir="18900000" sy="23000" kx="-1200000" algn="bl" rotWithShape="0">
              <a:prstClr val="black">
                <a:alpha val="2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80649" tIns="40325" rIns="80649" bIns="40325" numCol="1" anchor="t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553691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그룹 52">
            <a:extLst>
              <a:ext uri="{FF2B5EF4-FFF2-40B4-BE49-F238E27FC236}">
                <a16:creationId xmlns:a16="http://schemas.microsoft.com/office/drawing/2014/main" id="{ECF5E154-EDAD-4BBD-AF6A-116EF81B0F13}"/>
              </a:ext>
            </a:extLst>
          </p:cNvPr>
          <p:cNvGrpSpPr/>
          <p:nvPr/>
        </p:nvGrpSpPr>
        <p:grpSpPr>
          <a:xfrm>
            <a:off x="647788" y="2228328"/>
            <a:ext cx="6480000" cy="252001"/>
            <a:chOff x="647724" y="3242363"/>
            <a:chExt cx="6480000" cy="252000"/>
          </a:xfrm>
        </p:grpSpPr>
        <p:sp>
          <p:nvSpPr>
            <p:cNvPr id="63" name="한쪽 모서리가 잘린 사각형 106">
              <a:extLst>
                <a:ext uri="{FF2B5EF4-FFF2-40B4-BE49-F238E27FC236}">
                  <a16:creationId xmlns:a16="http://schemas.microsoft.com/office/drawing/2014/main" id="{756F916A-7F70-481A-8C9F-81B3F5DDFA61}"/>
                </a:ext>
              </a:extLst>
            </p:cNvPr>
            <p:cNvSpPr/>
            <p:nvPr/>
          </p:nvSpPr>
          <p:spPr>
            <a:xfrm>
              <a:off x="647724" y="3242363"/>
              <a:ext cx="6480000" cy="252000"/>
            </a:xfrm>
            <a:prstGeom prst="rect">
              <a:avLst/>
            </a:prstGeom>
            <a:solidFill>
              <a:srgbClr val="4451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</a:endParaRPr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612673E3-9EE8-4B5E-9BA2-1891D37E42B4}"/>
                </a:ext>
              </a:extLst>
            </p:cNvPr>
            <p:cNvGrpSpPr/>
            <p:nvPr/>
          </p:nvGrpSpPr>
          <p:grpSpPr>
            <a:xfrm>
              <a:off x="647724" y="3340894"/>
              <a:ext cx="152549" cy="54938"/>
              <a:chOff x="647724" y="3340894"/>
              <a:chExt cx="152549" cy="54938"/>
            </a:xfrm>
          </p:grpSpPr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B05681FA-B2AD-4D2B-8CB3-7F7C8A5722C5}"/>
                  </a:ext>
                </a:extLst>
              </p:cNvPr>
              <p:cNvCxnSpPr/>
              <p:nvPr/>
            </p:nvCxnSpPr>
            <p:spPr bwMode="auto">
              <a:xfrm>
                <a:off x="647724" y="3368363"/>
                <a:ext cx="103505" cy="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EF34B246-9831-4298-8201-8F2F8E41B4C8}"/>
                  </a:ext>
                </a:extLst>
              </p:cNvPr>
              <p:cNvSpPr/>
              <p:nvPr/>
            </p:nvSpPr>
            <p:spPr>
              <a:xfrm>
                <a:off x="743429" y="3340894"/>
                <a:ext cx="56844" cy="54938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8" dirty="0"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42896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</p:sldLayoutIdLst>
  <p:hf hdr="0" ftr="0" dt="0"/>
  <p:txStyles>
    <p:titleStyle>
      <a:lvl1pPr algn="l" rtl="0" fontAlgn="base" latinLnBrk="1">
        <a:lnSpc>
          <a:spcPct val="140000"/>
        </a:lnSpc>
        <a:spcBef>
          <a:spcPct val="0"/>
        </a:spcBef>
        <a:spcAft>
          <a:spcPct val="0"/>
        </a:spcAft>
        <a:defRPr kumimoji="1" sz="1200">
          <a:solidFill>
            <a:schemeClr val="tx1"/>
          </a:solidFill>
          <a:latin typeface="Rix모던고딕 B" pitchFamily="18" charset="-127"/>
          <a:ea typeface="Rix모던고딕 B" pitchFamily="18" charset="-127"/>
          <a:cs typeface="+mj-cs"/>
        </a:defRPr>
      </a:lvl1pPr>
      <a:lvl2pPr algn="l" rtl="0" fontAlgn="base" latinLnBrk="1">
        <a:lnSpc>
          <a:spcPct val="140000"/>
        </a:lnSpc>
        <a:spcBef>
          <a:spcPct val="0"/>
        </a:spcBef>
        <a:spcAft>
          <a:spcPct val="0"/>
        </a:spcAft>
        <a:defRPr kumimoji="1" sz="1371">
          <a:solidFill>
            <a:schemeClr val="tx1"/>
          </a:solidFill>
          <a:latin typeface="산돌고딕B" pitchFamily="18" charset="-127"/>
          <a:ea typeface="산돌고딕B" pitchFamily="18" charset="-127"/>
          <a:cs typeface="굴림" charset="-127"/>
        </a:defRPr>
      </a:lvl2pPr>
      <a:lvl3pPr algn="l" rtl="0" fontAlgn="base" latinLnBrk="1">
        <a:lnSpc>
          <a:spcPct val="140000"/>
        </a:lnSpc>
        <a:spcBef>
          <a:spcPct val="0"/>
        </a:spcBef>
        <a:spcAft>
          <a:spcPct val="0"/>
        </a:spcAft>
        <a:defRPr kumimoji="1" sz="1371">
          <a:solidFill>
            <a:schemeClr val="tx1"/>
          </a:solidFill>
          <a:latin typeface="산돌고딕B" pitchFamily="18" charset="-127"/>
          <a:ea typeface="산돌고딕B" pitchFamily="18" charset="-127"/>
          <a:cs typeface="굴림" charset="-127"/>
        </a:defRPr>
      </a:lvl3pPr>
      <a:lvl4pPr algn="l" rtl="0" fontAlgn="base" latinLnBrk="1">
        <a:lnSpc>
          <a:spcPct val="140000"/>
        </a:lnSpc>
        <a:spcBef>
          <a:spcPct val="0"/>
        </a:spcBef>
        <a:spcAft>
          <a:spcPct val="0"/>
        </a:spcAft>
        <a:defRPr kumimoji="1" sz="1371">
          <a:solidFill>
            <a:schemeClr val="tx1"/>
          </a:solidFill>
          <a:latin typeface="산돌고딕B" pitchFamily="18" charset="-127"/>
          <a:ea typeface="산돌고딕B" pitchFamily="18" charset="-127"/>
          <a:cs typeface="굴림" charset="-127"/>
        </a:defRPr>
      </a:lvl4pPr>
      <a:lvl5pPr algn="l" rtl="0" fontAlgn="base" latinLnBrk="1">
        <a:lnSpc>
          <a:spcPct val="140000"/>
        </a:lnSpc>
        <a:spcBef>
          <a:spcPct val="0"/>
        </a:spcBef>
        <a:spcAft>
          <a:spcPct val="0"/>
        </a:spcAft>
        <a:defRPr kumimoji="1" sz="1371">
          <a:solidFill>
            <a:schemeClr val="tx1"/>
          </a:solidFill>
          <a:latin typeface="산돌고딕B" pitchFamily="18" charset="-127"/>
          <a:ea typeface="산돌고딕B" pitchFamily="18" charset="-127"/>
          <a:cs typeface="굴림" charset="-127"/>
        </a:defRPr>
      </a:lvl5pPr>
      <a:lvl6pPr marL="436437" algn="l" rtl="0" fontAlgn="base" latinLnBrk="1">
        <a:lnSpc>
          <a:spcPct val="140000"/>
        </a:lnSpc>
        <a:spcBef>
          <a:spcPct val="0"/>
        </a:spcBef>
        <a:spcAft>
          <a:spcPct val="0"/>
        </a:spcAft>
        <a:defRPr kumimoji="1" sz="1371">
          <a:solidFill>
            <a:schemeClr val="tx1"/>
          </a:solidFill>
          <a:latin typeface="산돌고딕B" pitchFamily="18" charset="-127"/>
          <a:ea typeface="산돌고딕B" pitchFamily="18" charset="-127"/>
          <a:cs typeface="굴림" charset="-127"/>
        </a:defRPr>
      </a:lvl6pPr>
      <a:lvl7pPr marL="872877" algn="l" rtl="0" fontAlgn="base" latinLnBrk="1">
        <a:lnSpc>
          <a:spcPct val="140000"/>
        </a:lnSpc>
        <a:spcBef>
          <a:spcPct val="0"/>
        </a:spcBef>
        <a:spcAft>
          <a:spcPct val="0"/>
        </a:spcAft>
        <a:defRPr kumimoji="1" sz="1371">
          <a:solidFill>
            <a:schemeClr val="tx1"/>
          </a:solidFill>
          <a:latin typeface="산돌고딕B" pitchFamily="18" charset="-127"/>
          <a:ea typeface="산돌고딕B" pitchFamily="18" charset="-127"/>
          <a:cs typeface="굴림" charset="-127"/>
        </a:defRPr>
      </a:lvl7pPr>
      <a:lvl8pPr marL="1309314" algn="l" rtl="0" fontAlgn="base" latinLnBrk="1">
        <a:lnSpc>
          <a:spcPct val="140000"/>
        </a:lnSpc>
        <a:spcBef>
          <a:spcPct val="0"/>
        </a:spcBef>
        <a:spcAft>
          <a:spcPct val="0"/>
        </a:spcAft>
        <a:defRPr kumimoji="1" sz="1371">
          <a:solidFill>
            <a:schemeClr val="tx1"/>
          </a:solidFill>
          <a:latin typeface="산돌고딕B" pitchFamily="18" charset="-127"/>
          <a:ea typeface="산돌고딕B" pitchFamily="18" charset="-127"/>
          <a:cs typeface="굴림" charset="-127"/>
        </a:defRPr>
      </a:lvl8pPr>
      <a:lvl9pPr marL="1745752" algn="l" rtl="0" fontAlgn="base" latinLnBrk="1">
        <a:lnSpc>
          <a:spcPct val="140000"/>
        </a:lnSpc>
        <a:spcBef>
          <a:spcPct val="0"/>
        </a:spcBef>
        <a:spcAft>
          <a:spcPct val="0"/>
        </a:spcAft>
        <a:defRPr kumimoji="1" sz="1371">
          <a:solidFill>
            <a:schemeClr val="tx1"/>
          </a:solidFill>
          <a:latin typeface="산돌고딕B" pitchFamily="18" charset="-127"/>
          <a:ea typeface="산돌고딕B" pitchFamily="18" charset="-127"/>
          <a:cs typeface="굴림" charset="-127"/>
        </a:defRPr>
      </a:lvl9pPr>
    </p:titleStyle>
    <p:bodyStyle>
      <a:lvl1pPr marL="327329" indent="-327329" algn="l" rtl="0" fontAlgn="base" latinLnBrk="1">
        <a:spcBef>
          <a:spcPct val="20000"/>
        </a:spcBef>
        <a:spcAft>
          <a:spcPct val="0"/>
        </a:spcAft>
        <a:buChar char="•"/>
        <a:defRPr kumimoji="1" sz="2998">
          <a:solidFill>
            <a:schemeClr val="tx1"/>
          </a:solidFill>
          <a:latin typeface="+mn-lt"/>
          <a:ea typeface="+mn-ea"/>
          <a:cs typeface="+mn-cs"/>
        </a:defRPr>
      </a:lvl1pPr>
      <a:lvl2pPr marL="709212" indent="-272775" algn="l" rtl="0" fontAlgn="base" latinLnBrk="1">
        <a:spcBef>
          <a:spcPct val="20000"/>
        </a:spcBef>
        <a:spcAft>
          <a:spcPct val="0"/>
        </a:spcAft>
        <a:buChar char="–"/>
        <a:defRPr kumimoji="1" sz="2657">
          <a:solidFill>
            <a:schemeClr val="tx1"/>
          </a:solidFill>
          <a:latin typeface="+mn-lt"/>
          <a:ea typeface="+mn-ea"/>
        </a:defRPr>
      </a:lvl2pPr>
      <a:lvl3pPr marL="1091096" indent="-218219" algn="l" rtl="0" fontAlgn="base" latinLnBrk="1">
        <a:spcBef>
          <a:spcPct val="20000"/>
        </a:spcBef>
        <a:spcAft>
          <a:spcPct val="0"/>
        </a:spcAft>
        <a:buChar char="•"/>
        <a:defRPr kumimoji="1" sz="2313">
          <a:solidFill>
            <a:schemeClr val="tx1"/>
          </a:solidFill>
          <a:latin typeface="+mn-lt"/>
          <a:ea typeface="+mn-ea"/>
        </a:defRPr>
      </a:lvl3pPr>
      <a:lvl4pPr marL="1527535" indent="-218219" algn="l" rtl="0" fontAlgn="base" latinLnBrk="1">
        <a:spcBef>
          <a:spcPct val="20000"/>
        </a:spcBef>
        <a:spcAft>
          <a:spcPct val="0"/>
        </a:spcAft>
        <a:buChar char="–"/>
        <a:defRPr kumimoji="1" sz="1970">
          <a:solidFill>
            <a:schemeClr val="tx1"/>
          </a:solidFill>
          <a:latin typeface="+mn-lt"/>
          <a:ea typeface="+mn-ea"/>
        </a:defRPr>
      </a:lvl4pPr>
      <a:lvl5pPr marL="1963971" indent="-218219" algn="l" rtl="0" fontAlgn="base" latinLnBrk="1">
        <a:spcBef>
          <a:spcPct val="20000"/>
        </a:spcBef>
        <a:spcAft>
          <a:spcPct val="0"/>
        </a:spcAft>
        <a:buChar char="»"/>
        <a:defRPr kumimoji="1" sz="1970">
          <a:solidFill>
            <a:schemeClr val="tx1"/>
          </a:solidFill>
          <a:latin typeface="+mn-lt"/>
          <a:ea typeface="+mn-ea"/>
        </a:defRPr>
      </a:lvl5pPr>
      <a:lvl6pPr marL="2400410" indent="-218219" algn="l" rtl="0" fontAlgn="base" latinLnBrk="1">
        <a:spcBef>
          <a:spcPct val="20000"/>
        </a:spcBef>
        <a:spcAft>
          <a:spcPct val="0"/>
        </a:spcAft>
        <a:buChar char="»"/>
        <a:defRPr kumimoji="1" sz="1970">
          <a:solidFill>
            <a:schemeClr val="tx1"/>
          </a:solidFill>
          <a:latin typeface="+mn-lt"/>
          <a:ea typeface="+mn-ea"/>
        </a:defRPr>
      </a:lvl6pPr>
      <a:lvl7pPr marL="2836848" indent="-218219" algn="l" rtl="0" fontAlgn="base" latinLnBrk="1">
        <a:spcBef>
          <a:spcPct val="20000"/>
        </a:spcBef>
        <a:spcAft>
          <a:spcPct val="0"/>
        </a:spcAft>
        <a:buChar char="»"/>
        <a:defRPr kumimoji="1" sz="1970">
          <a:solidFill>
            <a:schemeClr val="tx1"/>
          </a:solidFill>
          <a:latin typeface="+mn-lt"/>
          <a:ea typeface="+mn-ea"/>
        </a:defRPr>
      </a:lvl7pPr>
      <a:lvl8pPr marL="3273286" indent="-218219" algn="l" rtl="0" fontAlgn="base" latinLnBrk="1">
        <a:spcBef>
          <a:spcPct val="20000"/>
        </a:spcBef>
        <a:spcAft>
          <a:spcPct val="0"/>
        </a:spcAft>
        <a:buChar char="»"/>
        <a:defRPr kumimoji="1" sz="1970">
          <a:solidFill>
            <a:schemeClr val="tx1"/>
          </a:solidFill>
          <a:latin typeface="+mn-lt"/>
          <a:ea typeface="+mn-ea"/>
        </a:defRPr>
      </a:lvl8pPr>
      <a:lvl9pPr marL="3709725" indent="-218219" algn="l" rtl="0" fontAlgn="base" latinLnBrk="1">
        <a:spcBef>
          <a:spcPct val="20000"/>
        </a:spcBef>
        <a:spcAft>
          <a:spcPct val="0"/>
        </a:spcAft>
        <a:buChar char="»"/>
        <a:defRPr kumimoji="1" sz="197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72877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36437" algn="l" defTabSz="872877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872877" algn="l" defTabSz="872877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09314" algn="l" defTabSz="872877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745752" algn="l" defTabSz="872877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182191" algn="l" defTabSz="872877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618628" algn="l" defTabSz="872877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055068" algn="l" defTabSz="872877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491505" algn="l" defTabSz="872877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6637CE3C-D674-4082-B139-2235C458BAD3}"/>
              </a:ext>
            </a:extLst>
          </p:cNvPr>
          <p:cNvGrpSpPr/>
          <p:nvPr/>
        </p:nvGrpSpPr>
        <p:grpSpPr>
          <a:xfrm>
            <a:off x="2170310" y="3220608"/>
            <a:ext cx="5389365" cy="464401"/>
            <a:chOff x="2635121" y="2338815"/>
            <a:chExt cx="5928302" cy="510840"/>
          </a:xfrm>
        </p:grpSpPr>
        <p:sp>
          <p:nvSpPr>
            <p:cNvPr id="114" name="평행 사변형 113">
              <a:extLst>
                <a:ext uri="{FF2B5EF4-FFF2-40B4-BE49-F238E27FC236}">
                  <a16:creationId xmlns:a16="http://schemas.microsoft.com/office/drawing/2014/main" id="{070F4AC0-F9CC-42C7-99BC-1933FFC922B7}"/>
                </a:ext>
              </a:extLst>
            </p:cNvPr>
            <p:cNvSpPr/>
            <p:nvPr/>
          </p:nvSpPr>
          <p:spPr bwMode="auto">
            <a:xfrm>
              <a:off x="2635121" y="2417316"/>
              <a:ext cx="516696" cy="376716"/>
            </a:xfrm>
            <a:prstGeom prst="parallelogram">
              <a:avLst>
                <a:gd name="adj" fmla="val 42247"/>
              </a:avLst>
            </a:prstGeom>
            <a:solidFill>
              <a:srgbClr val="182032"/>
            </a:solidFill>
            <a:ln>
              <a:noFill/>
            </a:ln>
            <a:effectLst/>
          </p:spPr>
          <p:txBody>
            <a:bodyPr lIns="72000" tIns="36000" rIns="72000" bIns="36000" rtlCol="0" anchor="ctr"/>
            <a:lstStyle/>
            <a:p>
              <a:pPr marL="88900" indent="-88900" algn="l" defTabSz="936625">
                <a:spcBef>
                  <a:spcPts val="300"/>
                </a:spcBef>
                <a:buClr>
                  <a:schemeClr val="tx1">
                    <a:lumMod val="75000"/>
                    <a:lumOff val="25000"/>
                  </a:schemeClr>
                </a:buClr>
                <a:buChar char="§"/>
              </a:pPr>
              <a:endParaRPr lang="ko-KR" altLang="en-US" dirty="0"/>
            </a:p>
          </p:txBody>
        </p:sp>
        <p:sp>
          <p:nvSpPr>
            <p:cNvPr id="115" name="평행 사변형 114">
              <a:extLst>
                <a:ext uri="{FF2B5EF4-FFF2-40B4-BE49-F238E27FC236}">
                  <a16:creationId xmlns:a16="http://schemas.microsoft.com/office/drawing/2014/main" id="{65009DAF-8296-48E2-B269-94FAD5B05D80}"/>
                </a:ext>
              </a:extLst>
            </p:cNvPr>
            <p:cNvSpPr/>
            <p:nvPr/>
          </p:nvSpPr>
          <p:spPr bwMode="auto">
            <a:xfrm>
              <a:off x="2824368" y="2339312"/>
              <a:ext cx="351581" cy="337169"/>
            </a:xfrm>
            <a:prstGeom prst="parallelogram">
              <a:avLst>
                <a:gd name="adj" fmla="val 45172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p:spPr>
          <p:txBody>
            <a:bodyPr lIns="360000" tIns="0" rIns="0" bIns="0" rtlCol="0" anchor="ctr"/>
            <a:lstStyle/>
            <a:p>
              <a:pPr algn="l" defTabSz="955594">
                <a:spcBef>
                  <a:spcPts val="306"/>
                </a:spcBef>
                <a:buClr>
                  <a:prstClr val="black">
                    <a:lumMod val="75000"/>
                    <a:lumOff val="25000"/>
                  </a:prstClr>
                </a:buClr>
              </a:pPr>
              <a:endParaRPr lang="ko-KR" altLang="en-US" sz="122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ollehche_v2" panose="02020603020101020101" pitchFamily="18" charset="-127"/>
              </a:endParaRPr>
            </a:p>
          </p:txBody>
        </p:sp>
        <p:sp>
          <p:nvSpPr>
            <p:cNvPr id="116" name="양쪽 모서리가 둥근 사각형 150">
              <a:extLst>
                <a:ext uri="{FF2B5EF4-FFF2-40B4-BE49-F238E27FC236}">
                  <a16:creationId xmlns:a16="http://schemas.microsoft.com/office/drawing/2014/main" id="{2F48EE1C-8136-47A9-AA0A-DB3FFEB24D64}"/>
                </a:ext>
              </a:extLst>
            </p:cNvPr>
            <p:cNvSpPr/>
            <p:nvPr/>
          </p:nvSpPr>
          <p:spPr>
            <a:xfrm rot="16200000">
              <a:off x="5614012" y="-272998"/>
              <a:ext cx="337598" cy="556122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txBody>
            <a:bodyPr lIns="360000" tIns="0" rIns="0" bIns="0" rtlCol="0" anchor="ctr"/>
            <a:lstStyle/>
            <a:p>
              <a:pPr algn="l" defTabSz="955594">
                <a:spcBef>
                  <a:spcPts val="306"/>
                </a:spcBef>
                <a:buClr>
                  <a:prstClr val="black">
                    <a:lumMod val="75000"/>
                    <a:lumOff val="25000"/>
                  </a:prstClr>
                </a:buClr>
              </a:pPr>
              <a:endParaRPr lang="ko-KR" altLang="en-US" sz="122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ollehche_v2" panose="02020603020101020101" pitchFamily="18" charset="-127"/>
              </a:endParaRPr>
            </a:p>
          </p:txBody>
        </p: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7480779C-8289-4176-BEEB-D496CD026997}"/>
                </a:ext>
              </a:extLst>
            </p:cNvPr>
            <p:cNvCxnSpPr/>
            <p:nvPr/>
          </p:nvCxnSpPr>
          <p:spPr bwMode="auto">
            <a:xfrm flipH="1">
              <a:off x="2694828" y="2579857"/>
              <a:ext cx="108251" cy="269798"/>
            </a:xfrm>
            <a:prstGeom prst="line">
              <a:avLst/>
            </a:prstGeom>
            <a:noFill/>
            <a:ln w="15875" cap="rnd" cmpd="sng" algn="ctr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8BB3D5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29DE1E8B-A205-4999-AFDC-0EA9993E7151}"/>
              </a:ext>
            </a:extLst>
          </p:cNvPr>
          <p:cNvSpPr txBox="1"/>
          <p:nvPr/>
        </p:nvSpPr>
        <p:spPr>
          <a:xfrm flipH="1">
            <a:off x="2980953" y="3212369"/>
            <a:ext cx="1523047" cy="323165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pPr algn="l"/>
            <a:r>
              <a:rPr lang="ko-KR" altLang="en-US" sz="1500" b="1" spc="-39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8203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제안업체 현황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574BDA1-E4E0-4E84-B7CC-E35C45E70275}"/>
              </a:ext>
            </a:extLst>
          </p:cNvPr>
          <p:cNvSpPr txBox="1"/>
          <p:nvPr/>
        </p:nvSpPr>
        <p:spPr>
          <a:xfrm flipH="1">
            <a:off x="2668458" y="3194090"/>
            <a:ext cx="389812" cy="353943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r>
              <a:rPr lang="en-US" altLang="ko-KR" sz="1700" b="1" spc="-39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82032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Ⅲ.</a:t>
            </a:r>
            <a:endParaRPr lang="ko-KR" altLang="en-US" sz="1700" b="1" spc="-39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182032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graphicFrame>
        <p:nvGraphicFramePr>
          <p:cNvPr id="95" name="표 94">
            <a:extLst>
              <a:ext uri="{FF2B5EF4-FFF2-40B4-BE49-F238E27FC236}">
                <a16:creationId xmlns:a16="http://schemas.microsoft.com/office/drawing/2014/main" id="{0362FB0A-EA85-499D-BB20-E46A9BE24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254460"/>
              </p:ext>
            </p:extLst>
          </p:nvPr>
        </p:nvGraphicFramePr>
        <p:xfrm>
          <a:off x="2326272" y="3644689"/>
          <a:ext cx="5183718" cy="1543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2243">
                  <a:extLst>
                    <a:ext uri="{9D8B030D-6E8A-4147-A177-3AD203B41FA5}">
                      <a16:colId xmlns:a16="http://schemas.microsoft.com/office/drawing/2014/main" val="484671123"/>
                    </a:ext>
                  </a:extLst>
                </a:gridCol>
                <a:gridCol w="501475">
                  <a:extLst>
                    <a:ext uri="{9D8B030D-6E8A-4147-A177-3AD203B41FA5}">
                      <a16:colId xmlns:a16="http://schemas.microsoft.com/office/drawing/2014/main" val="2873779216"/>
                    </a:ext>
                  </a:extLst>
                </a:gridCol>
              </a:tblGrid>
              <a:tr h="257271">
                <a:tc>
                  <a:txBody>
                    <a:bodyPr/>
                    <a:lstStyle/>
                    <a:p>
                      <a:pPr marL="0" indent="0" algn="l" rtl="0" fontAlgn="base" latinLnBrk="1">
                        <a:lnSpc>
                          <a:spcPct val="140000"/>
                        </a:lnSpc>
                        <a:spcBef>
                          <a:spcPts val="171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itchFamily="2" charset="2"/>
                        <a:buNone/>
                      </a:pPr>
                      <a:r>
                        <a:rPr kumimoji="1" lang="en-US" altLang="ko-KR" sz="1100" b="1" kern="1200" dirty="0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1. </a:t>
                      </a:r>
                      <a:r>
                        <a:rPr kumimoji="1" lang="ko-KR" altLang="en-US" sz="1100" b="1" kern="1200" dirty="0" err="1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회사연혁</a:t>
                      </a:r>
                      <a:r>
                        <a:rPr kumimoji="1" lang="en-US" altLang="ko-KR" sz="1100" b="1" kern="1200" dirty="0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1" kern="1200" dirty="0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조직 및 인원현황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2877" rtl="0" eaLnBrk="1" fontAlgn="base" latinLnBrk="1" hangingPunct="1">
                        <a:lnSpc>
                          <a:spcPct val="140000"/>
                        </a:lnSpc>
                        <a:spcBef>
                          <a:spcPts val="171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kern="1200" cap="none" spc="0" normalizeH="0" baseline="0" dirty="0">
                          <a:ln w="3175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Ⅲ</a:t>
                      </a:r>
                      <a:r>
                        <a:rPr kumimoji="1" lang="en-US" altLang="ko-KR" sz="1100" b="1" i="0" u="none" strike="noStrike" kern="1200" cap="none" spc="0" normalizeH="0" baseline="0" noProof="0" dirty="0">
                          <a:ln w="3175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– 1</a:t>
                      </a:r>
                      <a:endParaRPr kumimoji="1" lang="en-US" altLang="ko-KR" sz="1100" b="1" i="0" u="none" strike="noStrike" kern="1200" cap="none" spc="0" normalizeH="0" baseline="0" dirty="0">
                        <a:ln w="3175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246699"/>
                  </a:ext>
                </a:extLst>
              </a:tr>
              <a:tr h="257271">
                <a:tc>
                  <a:txBody>
                    <a:bodyPr/>
                    <a:lstStyle/>
                    <a:p>
                      <a:pPr marL="144000" marR="0" lvl="0" indent="0" algn="l" defTabSz="872877" rtl="0" eaLnBrk="1" fontAlgn="base" latinLnBrk="1" hangingPunct="1">
                        <a:lnSpc>
                          <a:spcPct val="140000"/>
                        </a:lnSpc>
                        <a:spcBef>
                          <a:spcPts val="171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50" b="0" kern="1200" dirty="0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가</a:t>
                      </a:r>
                      <a:r>
                        <a:rPr kumimoji="1" lang="en-US" altLang="ko-KR" sz="1050" b="0" kern="1200" dirty="0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. </a:t>
                      </a:r>
                      <a:r>
                        <a:rPr kumimoji="1" lang="ko-KR" altLang="en-US" sz="1050" b="0" kern="1200" dirty="0" err="1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회사연혁</a:t>
                      </a:r>
                      <a:endParaRPr kumimoji="1" lang="ko-KR" altLang="en-US" sz="1050" b="0" kern="1200" dirty="0">
                        <a:ln w="3175"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2877" rtl="0" eaLnBrk="1" fontAlgn="base" latinLnBrk="1" hangingPunct="1">
                        <a:lnSpc>
                          <a:spcPct val="140000"/>
                        </a:lnSpc>
                        <a:spcBef>
                          <a:spcPts val="171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kern="1200" cap="none" spc="0" normalizeH="0" baseline="0" dirty="0">
                          <a:ln w="3175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Ⅲ</a:t>
                      </a:r>
                      <a:r>
                        <a:rPr kumimoji="1" lang="en-US" altLang="ko-KR" sz="1100" b="1" i="0" u="none" strike="noStrike" kern="1200" cap="none" spc="0" normalizeH="0" baseline="0" noProof="0" dirty="0">
                          <a:ln w="3175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– 1</a:t>
                      </a:r>
                      <a:endParaRPr kumimoji="1" lang="en-US" altLang="ko-KR" sz="1100" b="1" i="0" u="none" strike="noStrike" kern="1200" cap="none" spc="0" normalizeH="0" baseline="0" dirty="0">
                        <a:ln w="3175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797691"/>
                  </a:ext>
                </a:extLst>
              </a:tr>
              <a:tr h="257271">
                <a:tc>
                  <a:txBody>
                    <a:bodyPr/>
                    <a:lstStyle/>
                    <a:p>
                      <a:pPr marL="144000" marR="0" lvl="0" indent="0" algn="l" defTabSz="872877" rtl="0" eaLnBrk="1" fontAlgn="base" latinLnBrk="1" hangingPunct="1">
                        <a:lnSpc>
                          <a:spcPct val="140000"/>
                        </a:lnSpc>
                        <a:spcBef>
                          <a:spcPts val="171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50" b="0" kern="1200" dirty="0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나</a:t>
                      </a:r>
                      <a:r>
                        <a:rPr kumimoji="1" lang="en-US" altLang="ko-KR" sz="1050" b="0" kern="1200" dirty="0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. </a:t>
                      </a:r>
                      <a:r>
                        <a:rPr kumimoji="1" lang="ko-KR" altLang="en-US" sz="1050" b="0" kern="1200" dirty="0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조직 및 인원현황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2877" rtl="0" eaLnBrk="1" fontAlgn="base" latinLnBrk="1" hangingPunct="1">
                        <a:lnSpc>
                          <a:spcPct val="140000"/>
                        </a:lnSpc>
                        <a:spcBef>
                          <a:spcPts val="171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kern="1200" cap="none" spc="0" normalizeH="0" baseline="0" dirty="0">
                          <a:ln w="3175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Ⅲ</a:t>
                      </a:r>
                      <a:r>
                        <a:rPr kumimoji="1" lang="en-US" altLang="ko-KR" sz="1100" b="1" i="0" u="none" strike="noStrike" kern="1200" cap="none" spc="0" normalizeH="0" baseline="0" noProof="0" dirty="0">
                          <a:ln w="3175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– 2</a:t>
                      </a:r>
                      <a:endParaRPr kumimoji="1" lang="en-US" altLang="ko-KR" sz="1100" b="1" i="0" u="none" strike="noStrike" kern="1200" cap="none" spc="0" normalizeH="0" baseline="0" dirty="0">
                        <a:ln w="3175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550306"/>
                  </a:ext>
                </a:extLst>
              </a:tr>
              <a:tr h="257271">
                <a:tc>
                  <a:txBody>
                    <a:bodyPr/>
                    <a:lstStyle/>
                    <a:p>
                      <a:pPr marL="0" marR="0" lvl="0" indent="0" algn="l" defTabSz="872877" rtl="0" eaLnBrk="1" fontAlgn="base" latinLnBrk="1" hangingPunct="1">
                        <a:lnSpc>
                          <a:spcPct val="140000"/>
                        </a:lnSpc>
                        <a:spcBef>
                          <a:spcPts val="171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1" kern="1200" dirty="0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2. </a:t>
                      </a:r>
                      <a:r>
                        <a:rPr kumimoji="1" lang="ko-KR" altLang="en-US" sz="1100" b="1" kern="1200" dirty="0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주요 사업 분야</a:t>
                      </a:r>
                      <a:r>
                        <a:rPr kumimoji="1" lang="en-US" altLang="ko-KR" sz="1100" b="1" kern="1200" dirty="0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100" b="1" kern="1200" dirty="0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주요고객 및 협력사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2877" rtl="0" eaLnBrk="1" fontAlgn="base" latinLnBrk="1" hangingPunct="1">
                        <a:lnSpc>
                          <a:spcPct val="140000"/>
                        </a:lnSpc>
                        <a:spcBef>
                          <a:spcPts val="171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kern="1200" cap="none" spc="0" normalizeH="0" baseline="0" dirty="0">
                          <a:ln w="3175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Ⅲ</a:t>
                      </a:r>
                      <a:r>
                        <a:rPr kumimoji="1" lang="en-US" altLang="ko-KR" sz="1100" b="1" i="0" u="none" strike="noStrike" kern="1200" cap="none" spc="0" normalizeH="0" baseline="0" noProof="0" dirty="0">
                          <a:ln w="3175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– 3</a:t>
                      </a:r>
                      <a:endParaRPr kumimoji="1" lang="en-US" altLang="ko-KR" sz="1100" b="1" i="0" u="none" strike="noStrike" kern="1200" cap="none" spc="0" normalizeH="0" baseline="0" dirty="0">
                        <a:ln w="3175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407915"/>
                  </a:ext>
                </a:extLst>
              </a:tr>
              <a:tr h="257271">
                <a:tc>
                  <a:txBody>
                    <a:bodyPr/>
                    <a:lstStyle/>
                    <a:p>
                      <a:pPr marL="0" marR="0" lvl="0" indent="0" algn="l" defTabSz="872877" rtl="0" eaLnBrk="1" fontAlgn="base" latinLnBrk="1" hangingPunct="1">
                        <a:lnSpc>
                          <a:spcPct val="140000"/>
                        </a:lnSpc>
                        <a:spcBef>
                          <a:spcPts val="171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kern="1200" dirty="0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  가</a:t>
                      </a:r>
                      <a:r>
                        <a:rPr kumimoji="1" lang="en-US" altLang="ko-KR" sz="1100" b="0" kern="1200" dirty="0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. </a:t>
                      </a:r>
                      <a:r>
                        <a:rPr kumimoji="1" lang="ko-KR" altLang="en-US" sz="1100" b="0" kern="1200" dirty="0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주요 사업 분야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2877" rtl="0" eaLnBrk="1" fontAlgn="base" latinLnBrk="1" hangingPunct="1">
                        <a:lnSpc>
                          <a:spcPct val="140000"/>
                        </a:lnSpc>
                        <a:spcBef>
                          <a:spcPts val="171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kern="1200" cap="none" spc="0" normalizeH="0" baseline="0" dirty="0">
                          <a:ln w="3175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Ⅲ</a:t>
                      </a:r>
                      <a:r>
                        <a:rPr kumimoji="1" lang="en-US" altLang="ko-KR" sz="1100" b="1" i="0" u="none" strike="noStrike" kern="1200" cap="none" spc="0" normalizeH="0" baseline="0" noProof="0" dirty="0">
                          <a:ln w="3175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– 3</a:t>
                      </a:r>
                      <a:endParaRPr kumimoji="1" lang="en-US" altLang="ko-KR" sz="1100" b="1" i="0" u="none" strike="noStrike" kern="1200" cap="none" spc="0" normalizeH="0" baseline="0" dirty="0">
                        <a:ln w="3175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500895"/>
                  </a:ext>
                </a:extLst>
              </a:tr>
              <a:tr h="257271">
                <a:tc>
                  <a:txBody>
                    <a:bodyPr/>
                    <a:lstStyle/>
                    <a:p>
                      <a:pPr marL="0" marR="0" lvl="0" indent="0" algn="l" defTabSz="872877" rtl="0" eaLnBrk="1" fontAlgn="base" latinLnBrk="1" hangingPunct="1">
                        <a:lnSpc>
                          <a:spcPct val="140000"/>
                        </a:lnSpc>
                        <a:spcBef>
                          <a:spcPts val="171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kern="1200" dirty="0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  나</a:t>
                      </a:r>
                      <a:r>
                        <a:rPr kumimoji="1" lang="en-US" altLang="ko-KR" sz="1100" b="0" kern="1200" dirty="0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. </a:t>
                      </a:r>
                      <a:r>
                        <a:rPr kumimoji="1" lang="ko-KR" altLang="en-US" sz="1100" b="0" kern="1200" dirty="0">
                          <a:ln w="3175"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주요고객 및 협력사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2877" rtl="0" eaLnBrk="1" fontAlgn="base" latinLnBrk="1" hangingPunct="1">
                        <a:lnSpc>
                          <a:spcPct val="140000"/>
                        </a:lnSpc>
                        <a:spcBef>
                          <a:spcPts val="171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kern="1200" cap="none" spc="0" normalizeH="0" baseline="0" dirty="0">
                          <a:ln w="3175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Ⅲ</a:t>
                      </a:r>
                      <a:r>
                        <a:rPr kumimoji="1" lang="en-US" altLang="ko-KR" sz="1100" b="1" i="0" u="none" strike="noStrike" kern="1200" cap="none" spc="0" normalizeH="0" baseline="0" noProof="0" dirty="0">
                          <a:ln w="3175"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– 4</a:t>
                      </a:r>
                      <a:endParaRPr kumimoji="1" lang="en-US" altLang="ko-KR" sz="1100" b="1" i="0" u="none" strike="noStrike" kern="1200" cap="none" spc="0" normalizeH="0" baseline="0" dirty="0">
                        <a:ln w="3175"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366573"/>
                  </a:ext>
                </a:extLst>
              </a:tr>
            </a:tbl>
          </a:graphicData>
        </a:graphic>
      </p:graphicFrame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78C5287E-1361-4873-9850-19E2DBBC5445}"/>
              </a:ext>
            </a:extLst>
          </p:cNvPr>
          <p:cNvCxnSpPr>
            <a:cxnSpLocks/>
          </p:cNvCxnSpPr>
          <p:nvPr/>
        </p:nvCxnSpPr>
        <p:spPr bwMode="auto">
          <a:xfrm>
            <a:off x="4355839" y="3783398"/>
            <a:ext cx="257989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BE667F40-3CB2-42B8-8BB6-A24E68D211AA}"/>
              </a:ext>
            </a:extLst>
          </p:cNvPr>
          <p:cNvCxnSpPr>
            <a:cxnSpLocks/>
          </p:cNvCxnSpPr>
          <p:nvPr/>
        </p:nvCxnSpPr>
        <p:spPr bwMode="auto">
          <a:xfrm>
            <a:off x="3455739" y="4043952"/>
            <a:ext cx="347999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41682878-67F4-45A6-A816-06B367C5CC2E}"/>
              </a:ext>
            </a:extLst>
          </p:cNvPr>
          <p:cNvCxnSpPr>
            <a:cxnSpLocks/>
          </p:cNvCxnSpPr>
          <p:nvPr/>
        </p:nvCxnSpPr>
        <p:spPr bwMode="auto">
          <a:xfrm>
            <a:off x="3887788" y="4304506"/>
            <a:ext cx="3047947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C3FFA2D6-025A-4176-A885-784A16A8D279}"/>
              </a:ext>
            </a:extLst>
          </p:cNvPr>
          <p:cNvCxnSpPr>
            <a:cxnSpLocks/>
          </p:cNvCxnSpPr>
          <p:nvPr/>
        </p:nvCxnSpPr>
        <p:spPr bwMode="auto">
          <a:xfrm>
            <a:off x="4787887" y="4565060"/>
            <a:ext cx="2147848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3C35E6A8-C69F-4015-AC4D-DF9278F63808}"/>
              </a:ext>
            </a:extLst>
          </p:cNvPr>
          <p:cNvCxnSpPr>
            <a:cxnSpLocks/>
          </p:cNvCxnSpPr>
          <p:nvPr/>
        </p:nvCxnSpPr>
        <p:spPr bwMode="auto">
          <a:xfrm>
            <a:off x="3743771" y="4825614"/>
            <a:ext cx="3191964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EECEFFFD-86C9-45AF-9E52-4798EBAF75A0}"/>
              </a:ext>
            </a:extLst>
          </p:cNvPr>
          <p:cNvCxnSpPr>
            <a:cxnSpLocks/>
          </p:cNvCxnSpPr>
          <p:nvPr/>
        </p:nvCxnSpPr>
        <p:spPr bwMode="auto">
          <a:xfrm>
            <a:off x="3995799" y="5086168"/>
            <a:ext cx="293993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5289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한쪽 모서리가 잘린 사각형 106">
            <a:extLst>
              <a:ext uri="{FF2B5EF4-FFF2-40B4-BE49-F238E27FC236}">
                <a16:creationId xmlns:a16="http://schemas.microsoft.com/office/drawing/2014/main" id="{61747FF8-3ACD-4ABD-9EDD-E3FCBFCA5F58}"/>
              </a:ext>
            </a:extLst>
          </p:cNvPr>
          <p:cNvSpPr/>
          <p:nvPr/>
        </p:nvSpPr>
        <p:spPr>
          <a:xfrm>
            <a:off x="5200731" y="1288101"/>
            <a:ext cx="1896353" cy="1086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lvl="0" algn="r">
              <a:buSzPct val="150000"/>
            </a:pPr>
            <a:r>
              <a:rPr lang="en-US" altLang="ko-KR" sz="706" dirty="0">
                <a:ln>
                  <a:solidFill>
                    <a:schemeClr val="lt1">
                      <a:alpha val="0"/>
                    </a:scheme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1. </a:t>
            </a:r>
            <a:r>
              <a:rPr lang="ko-KR" altLang="en-US" sz="706" dirty="0" err="1">
                <a:ln>
                  <a:solidFill>
                    <a:schemeClr val="lt1">
                      <a:alpha val="0"/>
                    </a:scheme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회사연혁</a:t>
            </a:r>
            <a:r>
              <a:rPr lang="en-US" altLang="ko-KR" sz="706" dirty="0">
                <a:ln>
                  <a:solidFill>
                    <a:schemeClr val="lt1">
                      <a:alpha val="0"/>
                    </a:scheme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706" dirty="0">
                <a:ln>
                  <a:solidFill>
                    <a:schemeClr val="lt1">
                      <a:alpha val="0"/>
                    </a:scheme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조직 및 인원 현황  </a:t>
            </a:r>
            <a:r>
              <a:rPr lang="en-US" altLang="ko-KR" sz="706" dirty="0">
                <a:ln>
                  <a:solidFill>
                    <a:schemeClr val="lt1">
                      <a:alpha val="0"/>
                    </a:scheme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&gt; </a:t>
            </a:r>
            <a:r>
              <a:rPr lang="ko-KR" altLang="en-US" sz="706" dirty="0">
                <a:ln>
                  <a:solidFill>
                    <a:schemeClr val="lt1">
                      <a:alpha val="0"/>
                    </a:scheme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</a:t>
            </a:r>
            <a:r>
              <a:rPr lang="en-US" altLang="ko-KR" sz="706" dirty="0">
                <a:ln>
                  <a:solidFill>
                    <a:schemeClr val="lt1">
                      <a:alpha val="0"/>
                    </a:scheme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 </a:t>
            </a:r>
            <a:r>
              <a:rPr lang="ko-KR" altLang="en-US" sz="706" dirty="0" err="1">
                <a:ln>
                  <a:solidFill>
                    <a:schemeClr val="lt1">
                      <a:alpha val="0"/>
                    </a:scheme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회사연혁</a:t>
            </a:r>
            <a:endParaRPr lang="ko-KR" altLang="en-US" sz="706" dirty="0">
              <a:ln>
                <a:solidFill>
                  <a:schemeClr val="lt1">
                    <a:alpha val="0"/>
                  </a:scheme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592784-59E2-4534-A861-E414EB7654A3}"/>
              </a:ext>
            </a:extLst>
          </p:cNvPr>
          <p:cNvSpPr txBox="1">
            <a:spLocks/>
          </p:cNvSpPr>
          <p:nvPr/>
        </p:nvSpPr>
        <p:spPr>
          <a:xfrm>
            <a:off x="647788" y="1511300"/>
            <a:ext cx="6480175" cy="261938"/>
          </a:xfrm>
          <a:prstGeom prst="rect">
            <a:avLst/>
          </a:prstGeom>
        </p:spPr>
        <p:txBody>
          <a:bodyPr/>
          <a:lstStyle>
            <a:lvl1pPr algn="l" rtl="0" fontAlgn="base" latinLnBrk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Rix모던고딕 B" pitchFamily="18" charset="-127"/>
                <a:ea typeface="Rix모던고딕 B" pitchFamily="18" charset="-127"/>
                <a:cs typeface="+mj-cs"/>
              </a:defRPr>
            </a:lvl1pPr>
            <a:lvl2pPr algn="l" rtl="0" fontAlgn="base" latinLnBrk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 kumimoji="1" sz="1371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굴림" charset="-127"/>
              </a:defRPr>
            </a:lvl2pPr>
            <a:lvl3pPr algn="l" rtl="0" fontAlgn="base" latinLnBrk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 kumimoji="1" sz="1371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굴림" charset="-127"/>
              </a:defRPr>
            </a:lvl3pPr>
            <a:lvl4pPr algn="l" rtl="0" fontAlgn="base" latinLnBrk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 kumimoji="1" sz="1371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굴림" charset="-127"/>
              </a:defRPr>
            </a:lvl4pPr>
            <a:lvl5pPr algn="l" rtl="0" fontAlgn="base" latinLnBrk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 kumimoji="1" sz="1371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굴림" charset="-127"/>
              </a:defRPr>
            </a:lvl5pPr>
            <a:lvl6pPr marL="436437" algn="l" rtl="0" fontAlgn="base" latinLnBrk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 kumimoji="1" sz="1371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굴림" charset="-127"/>
              </a:defRPr>
            </a:lvl6pPr>
            <a:lvl7pPr marL="872877" algn="l" rtl="0" fontAlgn="base" latinLnBrk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 kumimoji="1" sz="1371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굴림" charset="-127"/>
              </a:defRPr>
            </a:lvl7pPr>
            <a:lvl8pPr marL="1309314" algn="l" rtl="0" fontAlgn="base" latinLnBrk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 kumimoji="1" sz="1371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굴림" charset="-127"/>
              </a:defRPr>
            </a:lvl8pPr>
            <a:lvl9pPr marL="1745752" algn="l" rtl="0" fontAlgn="base" latinLnBrk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 kumimoji="1" sz="1371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굴림" charset="-127"/>
              </a:defRPr>
            </a:lvl9pPr>
          </a:lstStyle>
          <a:p>
            <a:r>
              <a:rPr lang="en-US" altLang="ko-KR" kern="0" dirty="0">
                <a:ln>
                  <a:solidFill>
                    <a:schemeClr val="bg1">
                      <a:alpha val="500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1. </a:t>
            </a:r>
            <a:r>
              <a:rPr lang="ko-KR" altLang="en-US" kern="0" dirty="0" err="1">
                <a:ln>
                  <a:solidFill>
                    <a:schemeClr val="bg1">
                      <a:alpha val="500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회사연혁</a:t>
            </a:r>
            <a:r>
              <a:rPr lang="en-US" altLang="ko-KR" kern="0" dirty="0">
                <a:ln>
                  <a:solidFill>
                    <a:schemeClr val="bg1">
                      <a:alpha val="500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kern="0" dirty="0">
                <a:ln>
                  <a:solidFill>
                    <a:schemeClr val="bg1">
                      <a:alpha val="500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조직 및 인원 현황</a:t>
            </a:r>
            <a:endParaRPr lang="ko-KR" altLang="en-US" sz="1400" kern="0" dirty="0">
              <a:ln>
                <a:solidFill>
                  <a:schemeClr val="bg1">
                    <a:alpha val="5000"/>
                  </a:schemeClr>
                </a:solidFill>
              </a:ln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92C842AB-3F42-45AE-88E8-2DAEFEDA8A3E}"/>
              </a:ext>
            </a:extLst>
          </p:cNvPr>
          <p:cNvSpPr txBox="1">
            <a:spLocks/>
          </p:cNvSpPr>
          <p:nvPr/>
        </p:nvSpPr>
        <p:spPr>
          <a:xfrm>
            <a:off x="647788" y="1771138"/>
            <a:ext cx="6480000" cy="262338"/>
          </a:xfrm>
          <a:prstGeom prst="rect">
            <a:avLst/>
          </a:prstGeom>
        </p:spPr>
        <p:txBody>
          <a:bodyPr lIns="90000" tIns="0" rIns="0" bIns="0" anchor="b"/>
          <a:lstStyle>
            <a:lvl1pPr marL="0" algn="l" defTabSz="1282753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235" kern="120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j-cs"/>
              </a:defRPr>
            </a:lvl1pPr>
            <a:lvl2pPr algn="l" rtl="0" fontAlgn="base" latinLnBrk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 kumimoji="1" sz="1371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굴림" charset="-127"/>
              </a:defRPr>
            </a:lvl2pPr>
            <a:lvl3pPr algn="l" rtl="0" fontAlgn="base" latinLnBrk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 kumimoji="1" sz="1371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굴림" charset="-127"/>
              </a:defRPr>
            </a:lvl3pPr>
            <a:lvl4pPr algn="l" rtl="0" fontAlgn="base" latinLnBrk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 kumimoji="1" sz="1371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굴림" charset="-127"/>
              </a:defRPr>
            </a:lvl4pPr>
            <a:lvl5pPr algn="l" rtl="0" fontAlgn="base" latinLnBrk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 kumimoji="1" sz="1371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굴림" charset="-127"/>
              </a:defRPr>
            </a:lvl5pPr>
            <a:lvl6pPr marL="436437" algn="l" rtl="0" fontAlgn="base" latinLnBrk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 kumimoji="1" sz="1371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굴림" charset="-127"/>
              </a:defRPr>
            </a:lvl6pPr>
            <a:lvl7pPr marL="872877" algn="l" rtl="0" fontAlgn="base" latinLnBrk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 kumimoji="1" sz="1371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굴림" charset="-127"/>
              </a:defRPr>
            </a:lvl7pPr>
            <a:lvl8pPr marL="1309314" algn="l" rtl="0" fontAlgn="base" latinLnBrk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 kumimoji="1" sz="1371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굴림" charset="-127"/>
              </a:defRPr>
            </a:lvl8pPr>
            <a:lvl9pPr marL="1745752" algn="l" rtl="0" fontAlgn="base" latinLnBrk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 kumimoji="1" sz="1371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굴림" charset="-127"/>
              </a:defRPr>
            </a:lvl9pPr>
          </a:lstStyle>
          <a:p>
            <a:r>
              <a:rPr lang="ko-KR" altLang="en-US" sz="1400" dirty="0">
                <a:ln>
                  <a:solidFill>
                    <a:schemeClr val="bg1">
                      <a:alpha val="5000"/>
                    </a:schemeClr>
                  </a:solidFill>
                </a:ln>
              </a:rPr>
              <a:t>가</a:t>
            </a:r>
            <a:r>
              <a:rPr lang="en-US" altLang="ko-KR" sz="1400" dirty="0">
                <a:ln>
                  <a:solidFill>
                    <a:schemeClr val="bg1">
                      <a:alpha val="5000"/>
                    </a:schemeClr>
                  </a:solidFill>
                </a:ln>
              </a:rPr>
              <a:t>. </a:t>
            </a:r>
            <a:r>
              <a:rPr lang="ko-KR" altLang="en-US" sz="1400" dirty="0" err="1">
                <a:ln>
                  <a:solidFill>
                    <a:schemeClr val="bg1">
                      <a:alpha val="5000"/>
                    </a:schemeClr>
                  </a:solidFill>
                </a:ln>
              </a:rPr>
              <a:t>회사연혁</a:t>
            </a:r>
            <a:endParaRPr lang="ko-KR" altLang="en-US" sz="1400" dirty="0">
              <a:ln>
                <a:solidFill>
                  <a:schemeClr val="bg1">
                    <a:alpha val="5000"/>
                  </a:schemeClr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93B5F1-E7D1-47EC-8944-1688B877F972}"/>
              </a:ext>
            </a:extLst>
          </p:cNvPr>
          <p:cNvSpPr txBox="1"/>
          <p:nvPr/>
        </p:nvSpPr>
        <p:spPr>
          <a:xfrm>
            <a:off x="897047" y="2658800"/>
            <a:ext cx="5775007" cy="3154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14304" indent="-126005" latinLnBrk="0">
              <a:spcAft>
                <a:spcPts val="300"/>
              </a:spcAft>
              <a:buBlip>
                <a:blip r:embed="rId2"/>
              </a:buBlip>
            </a:pPr>
            <a:r>
              <a:rPr lang="ko-KR" altLang="en-US" sz="9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결제 관련 솔루션 공급 및</a:t>
            </a:r>
            <a:r>
              <a:rPr lang="en-US" altLang="ko-KR" sz="9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9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기술지원</a:t>
            </a:r>
            <a:r>
              <a:rPr lang="en-US" altLang="ko-KR" sz="9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9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컨설팅 등 솔루션 전문 기업</a:t>
            </a:r>
            <a:endParaRPr lang="en-US" altLang="ko-KR" sz="900" dirty="0">
              <a:ln>
                <a:solidFill>
                  <a:schemeClr val="bg1">
                    <a:alpha val="5000"/>
                  </a:scheme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14304" indent="-126005" latinLnBrk="0">
              <a:spcAft>
                <a:spcPts val="300"/>
              </a:spcAft>
              <a:buBlip>
                <a:blip r:embed="rId2"/>
              </a:buBlip>
            </a:pPr>
            <a:r>
              <a:rPr lang="ko-KR" altLang="en-US" sz="9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 및 공공기관</a:t>
            </a:r>
            <a:r>
              <a:rPr lang="en-US" altLang="ko-KR" sz="9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9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금융기관</a:t>
            </a:r>
            <a:r>
              <a:rPr lang="en-US" altLang="ko-KR" sz="9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90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일반기업 등 다양한 결제 관련 사업 경험 보유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37E40-EE3D-40AE-967A-C73214BCAD76}"/>
              </a:ext>
            </a:extLst>
          </p:cNvPr>
          <p:cNvSpPr txBox="1"/>
          <p:nvPr/>
        </p:nvSpPr>
        <p:spPr>
          <a:xfrm>
            <a:off x="868156" y="2236255"/>
            <a:ext cx="558842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ko-KR" altLang="en-US" sz="1600" spc="-5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srgbClr val="0F82A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통합 결제 플랫폼의 새로운 기준을 제시하는 기업</a:t>
            </a:r>
            <a:r>
              <a:rPr lang="en-US" altLang="ko-KR" sz="1600" spc="-5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srgbClr val="0F82A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!</a:t>
            </a:r>
          </a:p>
        </p:txBody>
      </p:sp>
      <p:sp>
        <p:nvSpPr>
          <p:cNvPr id="13" name="Text Box 821">
            <a:extLst>
              <a:ext uri="{FF2B5EF4-FFF2-40B4-BE49-F238E27FC236}">
                <a16:creationId xmlns:a16="http://schemas.microsoft.com/office/drawing/2014/main" id="{9BCEC797-8C03-4D0F-9C99-13E595983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365" y="3276028"/>
            <a:ext cx="1301638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>
              <a:defRPr sz="12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  <a:lvl2pPr marL="742950" indent="-285750">
              <a:defRPr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defTabSz="457216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일반현황 및 주요연혁</a:t>
            </a: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6CC262D0-3E0F-455E-BBFD-56F68DB01F3B}"/>
              </a:ext>
            </a:extLst>
          </p:cNvPr>
          <p:cNvGrpSpPr/>
          <p:nvPr/>
        </p:nvGrpSpPr>
        <p:grpSpPr>
          <a:xfrm>
            <a:off x="745451" y="3649630"/>
            <a:ext cx="715853" cy="169277"/>
            <a:chOff x="729179" y="3601008"/>
            <a:chExt cx="715853" cy="169277"/>
          </a:xfrm>
        </p:grpSpPr>
        <p:sp>
          <p:nvSpPr>
            <p:cNvPr id="92" name="Text Box 821">
              <a:extLst>
                <a:ext uri="{FF2B5EF4-FFF2-40B4-BE49-F238E27FC236}">
                  <a16:creationId xmlns:a16="http://schemas.microsoft.com/office/drawing/2014/main" id="{218A302D-2678-4DF7-91EB-A282EC06CC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0775" y="3601008"/>
              <a:ext cx="564257" cy="169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>
                <a:defRPr sz="110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나눔고딕 Bold" panose="020D0304000000000000" pitchFamily="50" charset="-127"/>
                  <a:ea typeface="나눔고딕 Bold" panose="020D0304000000000000" pitchFamily="50" charset="-127"/>
                </a:defRPr>
              </a:lvl1pPr>
              <a:lvl2pPr marL="742950" indent="-285750">
                <a:defRPr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839641"/>
              <a:r>
                <a:rPr lang="ko-KR" altLang="en-US" dirty="0">
                  <a:ln>
                    <a:solidFill>
                      <a:schemeClr val="bg1">
                        <a:alpha val="5000"/>
                      </a:schemeClr>
                    </a:solidFill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일반현황</a:t>
              </a:r>
            </a:p>
          </p:txBody>
        </p: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76251BF9-3068-4D27-996F-8DB05FBAC1BD}"/>
                </a:ext>
              </a:extLst>
            </p:cNvPr>
            <p:cNvGrpSpPr/>
            <p:nvPr/>
          </p:nvGrpSpPr>
          <p:grpSpPr>
            <a:xfrm>
              <a:off x="729179" y="3613070"/>
              <a:ext cx="98968" cy="145153"/>
              <a:chOff x="3652838" y="3784600"/>
              <a:chExt cx="452438" cy="663575"/>
            </a:xfrm>
          </p:grpSpPr>
          <p:sp>
            <p:nvSpPr>
              <p:cNvPr id="94" name="Freeform 156">
                <a:extLst>
                  <a:ext uri="{FF2B5EF4-FFF2-40B4-BE49-F238E27FC236}">
                    <a16:creationId xmlns:a16="http://schemas.microsoft.com/office/drawing/2014/main" id="{18BA1668-2D09-4481-8B91-B278FAA87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838" y="3784600"/>
                <a:ext cx="452438" cy="663575"/>
              </a:xfrm>
              <a:custGeom>
                <a:avLst/>
                <a:gdLst>
                  <a:gd name="T0" fmla="*/ 4 w 171"/>
                  <a:gd name="T1" fmla="*/ 205 h 251"/>
                  <a:gd name="T2" fmla="*/ 16 w 171"/>
                  <a:gd name="T3" fmla="*/ 235 h 251"/>
                  <a:gd name="T4" fmla="*/ 74 w 171"/>
                  <a:gd name="T5" fmla="*/ 235 h 251"/>
                  <a:gd name="T6" fmla="*/ 155 w 171"/>
                  <a:gd name="T7" fmla="*/ 154 h 251"/>
                  <a:gd name="T8" fmla="*/ 155 w 171"/>
                  <a:gd name="T9" fmla="*/ 96 h 251"/>
                  <a:gd name="T10" fmla="*/ 74 w 171"/>
                  <a:gd name="T11" fmla="*/ 16 h 251"/>
                  <a:gd name="T12" fmla="*/ 16 w 171"/>
                  <a:gd name="T13" fmla="*/ 16 h 251"/>
                  <a:gd name="T14" fmla="*/ 16 w 171"/>
                  <a:gd name="T15" fmla="*/ 74 h 251"/>
                  <a:gd name="T16" fmla="*/ 67 w 171"/>
                  <a:gd name="T17" fmla="*/ 125 h 251"/>
                  <a:gd name="T18" fmla="*/ 16 w 171"/>
                  <a:gd name="T19" fmla="*/ 176 h 251"/>
                  <a:gd name="T20" fmla="*/ 4 w 171"/>
                  <a:gd name="T21" fmla="*/ 205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1" h="251">
                    <a:moveTo>
                      <a:pt x="4" y="205"/>
                    </a:moveTo>
                    <a:cubicBezTo>
                      <a:pt x="4" y="216"/>
                      <a:pt x="8" y="226"/>
                      <a:pt x="16" y="235"/>
                    </a:cubicBezTo>
                    <a:cubicBezTo>
                      <a:pt x="32" y="251"/>
                      <a:pt x="58" y="251"/>
                      <a:pt x="74" y="235"/>
                    </a:cubicBezTo>
                    <a:cubicBezTo>
                      <a:pt x="155" y="154"/>
                      <a:pt x="155" y="154"/>
                      <a:pt x="155" y="154"/>
                    </a:cubicBezTo>
                    <a:cubicBezTo>
                      <a:pt x="171" y="138"/>
                      <a:pt x="171" y="112"/>
                      <a:pt x="155" y="96"/>
                    </a:cubicBezTo>
                    <a:cubicBezTo>
                      <a:pt x="74" y="16"/>
                      <a:pt x="74" y="16"/>
                      <a:pt x="74" y="16"/>
                    </a:cubicBezTo>
                    <a:cubicBezTo>
                      <a:pt x="58" y="0"/>
                      <a:pt x="32" y="0"/>
                      <a:pt x="16" y="16"/>
                    </a:cubicBezTo>
                    <a:cubicBezTo>
                      <a:pt x="0" y="32"/>
                      <a:pt x="0" y="58"/>
                      <a:pt x="16" y="74"/>
                    </a:cubicBezTo>
                    <a:cubicBezTo>
                      <a:pt x="67" y="125"/>
                      <a:pt x="67" y="125"/>
                      <a:pt x="67" y="125"/>
                    </a:cubicBezTo>
                    <a:cubicBezTo>
                      <a:pt x="16" y="176"/>
                      <a:pt x="16" y="176"/>
                      <a:pt x="16" y="176"/>
                    </a:cubicBezTo>
                    <a:cubicBezTo>
                      <a:pt x="8" y="184"/>
                      <a:pt x="4" y="195"/>
                      <a:pt x="4" y="205"/>
                    </a:cubicBezTo>
                  </a:path>
                </a:pathLst>
              </a:custGeom>
              <a:solidFill>
                <a:srgbClr val="12A7C8"/>
              </a:solidFill>
              <a:ln w="6350" cmpd="thinThick"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indent="-81742" algn="ctr" defTabSz="1013286" fontAlgn="ctr">
                  <a:spcAft>
                    <a:spcPts val="330"/>
                  </a:spcAft>
                  <a:buClr>
                    <a:prstClr val="white">
                      <a:lumMod val="65000"/>
                    </a:prstClr>
                  </a:buClr>
                  <a:buSzPct val="80000"/>
                  <a:tabLst>
                    <a:tab pos="2615558" algn="l"/>
                    <a:tab pos="5487119" algn="l"/>
                  </a:tabLst>
                </a:pPr>
                <a:endParaRPr lang="ko-KR" altLang="en-US" sz="1400" kern="0" dirty="0">
                  <a:ln>
                    <a:solidFill>
                      <a:schemeClr val="bg1">
                        <a:alpha val="5000"/>
                      </a:schemeClr>
                    </a:solidFill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Rix모던고딕 B" pitchFamily="18" charset="-127"/>
                  <a:ea typeface="Rix모던고딕 B" pitchFamily="18" charset="-127"/>
                </a:endParaRPr>
              </a:p>
            </p:txBody>
          </p:sp>
          <p:sp>
            <p:nvSpPr>
              <p:cNvPr id="95" name="Freeform 157">
                <a:extLst>
                  <a:ext uri="{FF2B5EF4-FFF2-40B4-BE49-F238E27FC236}">
                    <a16:creationId xmlns:a16="http://schemas.microsoft.com/office/drawing/2014/main" id="{0B8D3B02-A339-4703-A840-5C2ABF73D7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3951" y="4114800"/>
                <a:ext cx="285750" cy="333375"/>
              </a:xfrm>
              <a:custGeom>
                <a:avLst/>
                <a:gdLst>
                  <a:gd name="T0" fmla="*/ 92 w 108"/>
                  <a:gd name="T1" fmla="*/ 87 h 126"/>
                  <a:gd name="T2" fmla="*/ 86 w 108"/>
                  <a:gd name="T3" fmla="*/ 94 h 126"/>
                  <a:gd name="T4" fmla="*/ 86 w 108"/>
                  <a:gd name="T5" fmla="*/ 94 h 126"/>
                  <a:gd name="T6" fmla="*/ 70 w 108"/>
                  <a:gd name="T7" fmla="*/ 110 h 126"/>
                  <a:gd name="T8" fmla="*/ 12 w 108"/>
                  <a:gd name="T9" fmla="*/ 110 h 126"/>
                  <a:gd name="T10" fmla="*/ 0 w 108"/>
                  <a:gd name="T11" fmla="*/ 80 h 126"/>
                  <a:gd name="T12" fmla="*/ 12 w 108"/>
                  <a:gd name="T13" fmla="*/ 51 h 126"/>
                  <a:gd name="T14" fmla="*/ 63 w 108"/>
                  <a:gd name="T15" fmla="*/ 0 h 126"/>
                  <a:gd name="T16" fmla="*/ 92 w 108"/>
                  <a:gd name="T17" fmla="*/ 29 h 126"/>
                  <a:gd name="T18" fmla="*/ 92 w 108"/>
                  <a:gd name="T19" fmla="*/ 87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126">
                    <a:moveTo>
                      <a:pt x="92" y="87"/>
                    </a:moveTo>
                    <a:cubicBezTo>
                      <a:pt x="86" y="94"/>
                      <a:pt x="86" y="94"/>
                      <a:pt x="86" y="94"/>
                    </a:cubicBezTo>
                    <a:cubicBezTo>
                      <a:pt x="86" y="94"/>
                      <a:pt x="86" y="94"/>
                      <a:pt x="86" y="94"/>
                    </a:cubicBezTo>
                    <a:cubicBezTo>
                      <a:pt x="70" y="110"/>
                      <a:pt x="70" y="110"/>
                      <a:pt x="70" y="110"/>
                    </a:cubicBezTo>
                    <a:cubicBezTo>
                      <a:pt x="54" y="126"/>
                      <a:pt x="28" y="126"/>
                      <a:pt x="12" y="110"/>
                    </a:cubicBezTo>
                    <a:cubicBezTo>
                      <a:pt x="4" y="101"/>
                      <a:pt x="0" y="91"/>
                      <a:pt x="0" y="80"/>
                    </a:cubicBezTo>
                    <a:cubicBezTo>
                      <a:pt x="0" y="70"/>
                      <a:pt x="4" y="59"/>
                      <a:pt x="12" y="51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92" y="29"/>
                      <a:pt x="92" y="29"/>
                      <a:pt x="92" y="29"/>
                    </a:cubicBezTo>
                    <a:cubicBezTo>
                      <a:pt x="108" y="45"/>
                      <a:pt x="108" y="71"/>
                      <a:pt x="92" y="87"/>
                    </a:cubicBezTo>
                  </a:path>
                </a:pathLst>
              </a:custGeom>
              <a:solidFill>
                <a:srgbClr val="0F82A5"/>
              </a:solidFill>
              <a:ln w="6350" cmpd="thinThick"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indent="-81742" algn="ctr" defTabSz="1013286" fontAlgn="ctr">
                  <a:spcAft>
                    <a:spcPts val="330"/>
                  </a:spcAft>
                  <a:buClr>
                    <a:prstClr val="white">
                      <a:lumMod val="65000"/>
                    </a:prstClr>
                  </a:buClr>
                  <a:buSzPct val="80000"/>
                  <a:tabLst>
                    <a:tab pos="2615558" algn="l"/>
                    <a:tab pos="5487119" algn="l"/>
                  </a:tabLst>
                </a:pPr>
                <a:endParaRPr lang="ko-KR" altLang="en-US" sz="1400" kern="0" dirty="0">
                  <a:ln>
                    <a:solidFill>
                      <a:schemeClr val="bg1">
                        <a:alpha val="5000"/>
                      </a:schemeClr>
                    </a:solidFill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Rix모던고딕 B" pitchFamily="18" charset="-127"/>
                  <a:ea typeface="Rix모던고딕 B" pitchFamily="18" charset="-127"/>
                </a:endParaRPr>
              </a:p>
            </p:txBody>
          </p:sp>
          <p:sp>
            <p:nvSpPr>
              <p:cNvPr id="96" name="Freeform 158">
                <a:extLst>
                  <a:ext uri="{FF2B5EF4-FFF2-40B4-BE49-F238E27FC236}">
                    <a16:creationId xmlns:a16="http://schemas.microsoft.com/office/drawing/2014/main" id="{14F07E0F-DB22-4ADC-BB83-8D2BEDF5B47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30638" y="4114800"/>
                <a:ext cx="80963" cy="82550"/>
              </a:xfrm>
              <a:custGeom>
                <a:avLst/>
                <a:gdLst>
                  <a:gd name="T0" fmla="*/ 31 w 31"/>
                  <a:gd name="T1" fmla="*/ 31 h 31"/>
                  <a:gd name="T2" fmla="*/ 31 w 31"/>
                  <a:gd name="T3" fmla="*/ 31 h 31"/>
                  <a:gd name="T4" fmla="*/ 31 w 31"/>
                  <a:gd name="T5" fmla="*/ 31 h 31"/>
                  <a:gd name="T6" fmla="*/ 31 w 31"/>
                  <a:gd name="T7" fmla="*/ 31 h 31"/>
                  <a:gd name="T8" fmla="*/ 31 w 31"/>
                  <a:gd name="T9" fmla="*/ 31 h 31"/>
                  <a:gd name="T10" fmla="*/ 31 w 31"/>
                  <a:gd name="T11" fmla="*/ 31 h 31"/>
                  <a:gd name="T12" fmla="*/ 31 w 31"/>
                  <a:gd name="T13" fmla="*/ 31 h 31"/>
                  <a:gd name="T14" fmla="*/ 31 w 31"/>
                  <a:gd name="T15" fmla="*/ 31 h 31"/>
                  <a:gd name="T16" fmla="*/ 31 w 31"/>
                  <a:gd name="T17" fmla="*/ 31 h 31"/>
                  <a:gd name="T18" fmla="*/ 31 w 31"/>
                  <a:gd name="T19" fmla="*/ 31 h 31"/>
                  <a:gd name="T20" fmla="*/ 31 w 31"/>
                  <a:gd name="T21" fmla="*/ 31 h 31"/>
                  <a:gd name="T22" fmla="*/ 31 w 31"/>
                  <a:gd name="T23" fmla="*/ 31 h 31"/>
                  <a:gd name="T24" fmla="*/ 31 w 31"/>
                  <a:gd name="T25" fmla="*/ 30 h 31"/>
                  <a:gd name="T26" fmla="*/ 31 w 31"/>
                  <a:gd name="T27" fmla="*/ 30 h 31"/>
                  <a:gd name="T28" fmla="*/ 31 w 31"/>
                  <a:gd name="T29" fmla="*/ 30 h 31"/>
                  <a:gd name="T30" fmla="*/ 31 w 31"/>
                  <a:gd name="T31" fmla="*/ 30 h 31"/>
                  <a:gd name="T32" fmla="*/ 31 w 31"/>
                  <a:gd name="T33" fmla="*/ 30 h 31"/>
                  <a:gd name="T34" fmla="*/ 31 w 31"/>
                  <a:gd name="T35" fmla="*/ 30 h 31"/>
                  <a:gd name="T36" fmla="*/ 30 w 31"/>
                  <a:gd name="T37" fmla="*/ 30 h 31"/>
                  <a:gd name="T38" fmla="*/ 31 w 31"/>
                  <a:gd name="T39" fmla="*/ 30 h 31"/>
                  <a:gd name="T40" fmla="*/ 30 w 31"/>
                  <a:gd name="T41" fmla="*/ 30 h 31"/>
                  <a:gd name="T42" fmla="*/ 30 w 31"/>
                  <a:gd name="T43" fmla="*/ 30 h 31"/>
                  <a:gd name="T44" fmla="*/ 30 w 31"/>
                  <a:gd name="T45" fmla="*/ 30 h 31"/>
                  <a:gd name="T46" fmla="*/ 30 w 31"/>
                  <a:gd name="T47" fmla="*/ 30 h 31"/>
                  <a:gd name="T48" fmla="*/ 30 w 31"/>
                  <a:gd name="T49" fmla="*/ 30 h 31"/>
                  <a:gd name="T50" fmla="*/ 30 w 31"/>
                  <a:gd name="T51" fmla="*/ 30 h 31"/>
                  <a:gd name="T52" fmla="*/ 30 w 31"/>
                  <a:gd name="T53" fmla="*/ 30 h 31"/>
                  <a:gd name="T54" fmla="*/ 30 w 31"/>
                  <a:gd name="T55" fmla="*/ 30 h 31"/>
                  <a:gd name="T56" fmla="*/ 30 w 31"/>
                  <a:gd name="T57" fmla="*/ 30 h 31"/>
                  <a:gd name="T58" fmla="*/ 30 w 31"/>
                  <a:gd name="T59" fmla="*/ 30 h 31"/>
                  <a:gd name="T60" fmla="*/ 30 w 31"/>
                  <a:gd name="T61" fmla="*/ 30 h 31"/>
                  <a:gd name="T62" fmla="*/ 30 w 31"/>
                  <a:gd name="T63" fmla="*/ 30 h 31"/>
                  <a:gd name="T64" fmla="*/ 30 w 31"/>
                  <a:gd name="T65" fmla="*/ 30 h 31"/>
                  <a:gd name="T66" fmla="*/ 30 w 31"/>
                  <a:gd name="T67" fmla="*/ 30 h 31"/>
                  <a:gd name="T68" fmla="*/ 30 w 31"/>
                  <a:gd name="T69" fmla="*/ 30 h 31"/>
                  <a:gd name="T70" fmla="*/ 30 w 31"/>
                  <a:gd name="T71" fmla="*/ 30 h 31"/>
                  <a:gd name="T72" fmla="*/ 30 w 31"/>
                  <a:gd name="T73" fmla="*/ 30 h 31"/>
                  <a:gd name="T74" fmla="*/ 30 w 31"/>
                  <a:gd name="T75" fmla="*/ 30 h 31"/>
                  <a:gd name="T76" fmla="*/ 30 w 31"/>
                  <a:gd name="T77" fmla="*/ 30 h 31"/>
                  <a:gd name="T78" fmla="*/ 30 w 31"/>
                  <a:gd name="T79" fmla="*/ 30 h 31"/>
                  <a:gd name="T80" fmla="*/ 30 w 31"/>
                  <a:gd name="T81" fmla="*/ 30 h 31"/>
                  <a:gd name="T82" fmla="*/ 30 w 31"/>
                  <a:gd name="T83" fmla="*/ 30 h 31"/>
                  <a:gd name="T84" fmla="*/ 30 w 31"/>
                  <a:gd name="T85" fmla="*/ 30 h 31"/>
                  <a:gd name="T86" fmla="*/ 30 w 31"/>
                  <a:gd name="T87" fmla="*/ 30 h 31"/>
                  <a:gd name="T88" fmla="*/ 30 w 31"/>
                  <a:gd name="T89" fmla="*/ 30 h 31"/>
                  <a:gd name="T90" fmla="*/ 30 w 31"/>
                  <a:gd name="T91" fmla="*/ 29 h 31"/>
                  <a:gd name="T92" fmla="*/ 30 w 31"/>
                  <a:gd name="T93" fmla="*/ 29 h 31"/>
                  <a:gd name="T94" fmla="*/ 30 w 31"/>
                  <a:gd name="T95" fmla="*/ 29 h 31"/>
                  <a:gd name="T96" fmla="*/ 30 w 31"/>
                  <a:gd name="T97" fmla="*/ 29 h 31"/>
                  <a:gd name="T98" fmla="*/ 30 w 31"/>
                  <a:gd name="T99" fmla="*/ 29 h 31"/>
                  <a:gd name="T100" fmla="*/ 30 w 31"/>
                  <a:gd name="T101" fmla="*/ 29 h 31"/>
                  <a:gd name="T102" fmla="*/ 0 w 31"/>
                  <a:gd name="T103" fmla="*/ 0 h 31"/>
                  <a:gd name="T104" fmla="*/ 0 w 31"/>
                  <a:gd name="T105" fmla="*/ 0 h 31"/>
                  <a:gd name="T106" fmla="*/ 29 w 31"/>
                  <a:gd name="T107" fmla="*/ 29 h 31"/>
                  <a:gd name="T108" fmla="*/ 30 w 31"/>
                  <a:gd name="T109" fmla="*/ 29 h 31"/>
                  <a:gd name="T110" fmla="*/ 29 w 31"/>
                  <a:gd name="T111" fmla="*/ 29 h 31"/>
                  <a:gd name="T112" fmla="*/ 0 w 31"/>
                  <a:gd name="T1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1" h="31">
                    <a:moveTo>
                      <a:pt x="31" y="31"/>
                    </a:moveTo>
                    <a:cubicBezTo>
                      <a:pt x="31" y="31"/>
                      <a:pt x="31" y="31"/>
                      <a:pt x="31" y="31"/>
                    </a:cubicBezTo>
                    <a:cubicBezTo>
                      <a:pt x="31" y="31"/>
                      <a:pt x="31" y="31"/>
                      <a:pt x="31" y="31"/>
                    </a:cubicBezTo>
                    <a:moveTo>
                      <a:pt x="31" y="31"/>
                    </a:moveTo>
                    <a:cubicBezTo>
                      <a:pt x="31" y="31"/>
                      <a:pt x="31" y="31"/>
                      <a:pt x="31" y="31"/>
                    </a:cubicBezTo>
                    <a:cubicBezTo>
                      <a:pt x="31" y="31"/>
                      <a:pt x="31" y="31"/>
                      <a:pt x="31" y="31"/>
                    </a:cubicBezTo>
                    <a:moveTo>
                      <a:pt x="31" y="31"/>
                    </a:moveTo>
                    <a:cubicBezTo>
                      <a:pt x="31" y="31"/>
                      <a:pt x="31" y="31"/>
                      <a:pt x="31" y="31"/>
                    </a:cubicBezTo>
                    <a:cubicBezTo>
                      <a:pt x="31" y="31"/>
                      <a:pt x="31" y="31"/>
                      <a:pt x="31" y="31"/>
                    </a:cubicBezTo>
                    <a:moveTo>
                      <a:pt x="31" y="31"/>
                    </a:moveTo>
                    <a:cubicBezTo>
                      <a:pt x="31" y="31"/>
                      <a:pt x="31" y="31"/>
                      <a:pt x="31" y="31"/>
                    </a:cubicBezTo>
                    <a:cubicBezTo>
                      <a:pt x="31" y="31"/>
                      <a:pt x="31" y="31"/>
                      <a:pt x="31" y="31"/>
                    </a:cubicBezTo>
                    <a:moveTo>
                      <a:pt x="31" y="30"/>
                    </a:moveTo>
                    <a:cubicBezTo>
                      <a:pt x="31" y="30"/>
                      <a:pt x="31" y="30"/>
                      <a:pt x="31" y="30"/>
                    </a:cubicBezTo>
                    <a:cubicBezTo>
                      <a:pt x="31" y="30"/>
                      <a:pt x="31" y="30"/>
                      <a:pt x="31" y="30"/>
                    </a:cubicBezTo>
                    <a:moveTo>
                      <a:pt x="31" y="30"/>
                    </a:moveTo>
                    <a:cubicBezTo>
                      <a:pt x="31" y="30"/>
                      <a:pt x="31" y="30"/>
                      <a:pt x="31" y="30"/>
                    </a:cubicBezTo>
                    <a:cubicBezTo>
                      <a:pt x="31" y="30"/>
                      <a:pt x="31" y="30"/>
                      <a:pt x="31" y="30"/>
                    </a:cubicBezTo>
                    <a:moveTo>
                      <a:pt x="30" y="30"/>
                    </a:moveTo>
                    <a:cubicBezTo>
                      <a:pt x="30" y="30"/>
                      <a:pt x="30" y="30"/>
                      <a:pt x="31" y="30"/>
                    </a:cubicBezTo>
                    <a:cubicBezTo>
                      <a:pt x="30" y="30"/>
                      <a:pt x="30" y="30"/>
                      <a:pt x="30" y="30"/>
                    </a:cubicBezTo>
                    <a:moveTo>
                      <a:pt x="30" y="30"/>
                    </a:move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0" y="30"/>
                      <a:pt x="30" y="30"/>
                    </a:cubicBezTo>
                    <a:moveTo>
                      <a:pt x="30" y="30"/>
                    </a:move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0" y="30"/>
                      <a:pt x="30" y="30"/>
                    </a:cubicBezTo>
                    <a:moveTo>
                      <a:pt x="30" y="30"/>
                    </a:move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0" y="30"/>
                      <a:pt x="30" y="30"/>
                    </a:cubicBezTo>
                    <a:moveTo>
                      <a:pt x="30" y="30"/>
                    </a:move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0" y="30"/>
                      <a:pt x="30" y="30"/>
                    </a:cubicBezTo>
                    <a:moveTo>
                      <a:pt x="30" y="30"/>
                    </a:move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0" y="30"/>
                      <a:pt x="30" y="30"/>
                    </a:cubicBezTo>
                    <a:moveTo>
                      <a:pt x="30" y="30"/>
                    </a:move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0" y="30"/>
                      <a:pt x="30" y="30"/>
                    </a:cubicBezTo>
                    <a:moveTo>
                      <a:pt x="30" y="30"/>
                    </a:move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0" y="30"/>
                      <a:pt x="30" y="30"/>
                    </a:cubicBezTo>
                    <a:moveTo>
                      <a:pt x="30" y="30"/>
                    </a:move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0" y="30"/>
                      <a:pt x="30" y="30"/>
                    </a:cubicBezTo>
                    <a:moveTo>
                      <a:pt x="30" y="29"/>
                    </a:move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9"/>
                      <a:pt x="30" y="29"/>
                      <a:pt x="30" y="29"/>
                    </a:cubicBezTo>
                    <a:moveTo>
                      <a:pt x="30" y="29"/>
                    </a:move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9"/>
                      <a:pt x="30" y="29"/>
                      <a:pt x="30" y="29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29" y="29"/>
                      <a:pt x="29" y="29"/>
                      <a:pt x="30" y="29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6595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n>
                    <a:solidFill>
                      <a:schemeClr val="bg1">
                        <a:alpha val="5000"/>
                      </a:schemeClr>
                    </a:solidFill>
                  </a:ln>
                </a:endParaRPr>
              </a:p>
            </p:txBody>
          </p:sp>
          <p:sp>
            <p:nvSpPr>
              <p:cNvPr id="97" name="Freeform 159">
                <a:extLst>
                  <a:ext uri="{FF2B5EF4-FFF2-40B4-BE49-F238E27FC236}">
                    <a16:creationId xmlns:a16="http://schemas.microsoft.com/office/drawing/2014/main" id="{E73A1206-6478-41E5-8390-4FABFBC5DC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526" y="4114800"/>
                <a:ext cx="130175" cy="227013"/>
              </a:xfrm>
              <a:custGeom>
                <a:avLst/>
                <a:gdLst>
                  <a:gd name="T0" fmla="*/ 4 w 49"/>
                  <a:gd name="T1" fmla="*/ 0 h 86"/>
                  <a:gd name="T2" fmla="*/ 4 w 49"/>
                  <a:gd name="T3" fmla="*/ 0 h 86"/>
                  <a:gd name="T4" fmla="*/ 0 w 49"/>
                  <a:gd name="T5" fmla="*/ 4 h 86"/>
                  <a:gd name="T6" fmla="*/ 32 w 49"/>
                  <a:gd name="T7" fmla="*/ 36 h 86"/>
                  <a:gd name="T8" fmla="*/ 35 w 49"/>
                  <a:gd name="T9" fmla="*/ 86 h 86"/>
                  <a:gd name="T10" fmla="*/ 35 w 49"/>
                  <a:gd name="T11" fmla="*/ 31 h 86"/>
                  <a:gd name="T12" fmla="*/ 35 w 49"/>
                  <a:gd name="T13" fmla="*/ 31 h 86"/>
                  <a:gd name="T14" fmla="*/ 35 w 49"/>
                  <a:gd name="T15" fmla="*/ 31 h 86"/>
                  <a:gd name="T16" fmla="*/ 35 w 49"/>
                  <a:gd name="T17" fmla="*/ 31 h 86"/>
                  <a:gd name="T18" fmla="*/ 35 w 49"/>
                  <a:gd name="T19" fmla="*/ 31 h 86"/>
                  <a:gd name="T20" fmla="*/ 35 w 49"/>
                  <a:gd name="T21" fmla="*/ 31 h 86"/>
                  <a:gd name="T22" fmla="*/ 35 w 49"/>
                  <a:gd name="T23" fmla="*/ 31 h 86"/>
                  <a:gd name="T24" fmla="*/ 35 w 49"/>
                  <a:gd name="T25" fmla="*/ 31 h 86"/>
                  <a:gd name="T26" fmla="*/ 35 w 49"/>
                  <a:gd name="T27" fmla="*/ 30 h 86"/>
                  <a:gd name="T28" fmla="*/ 35 w 49"/>
                  <a:gd name="T29" fmla="*/ 30 h 86"/>
                  <a:gd name="T30" fmla="*/ 35 w 49"/>
                  <a:gd name="T31" fmla="*/ 30 h 86"/>
                  <a:gd name="T32" fmla="*/ 35 w 49"/>
                  <a:gd name="T33" fmla="*/ 30 h 86"/>
                  <a:gd name="T34" fmla="*/ 35 w 49"/>
                  <a:gd name="T35" fmla="*/ 30 h 86"/>
                  <a:gd name="T36" fmla="*/ 34 w 49"/>
                  <a:gd name="T37" fmla="*/ 30 h 86"/>
                  <a:gd name="T38" fmla="*/ 34 w 49"/>
                  <a:gd name="T39" fmla="*/ 30 h 86"/>
                  <a:gd name="T40" fmla="*/ 34 w 49"/>
                  <a:gd name="T41" fmla="*/ 30 h 86"/>
                  <a:gd name="T42" fmla="*/ 34 w 49"/>
                  <a:gd name="T43" fmla="*/ 30 h 86"/>
                  <a:gd name="T44" fmla="*/ 34 w 49"/>
                  <a:gd name="T45" fmla="*/ 30 h 86"/>
                  <a:gd name="T46" fmla="*/ 34 w 49"/>
                  <a:gd name="T47" fmla="*/ 30 h 86"/>
                  <a:gd name="T48" fmla="*/ 34 w 49"/>
                  <a:gd name="T49" fmla="*/ 30 h 86"/>
                  <a:gd name="T50" fmla="*/ 34 w 49"/>
                  <a:gd name="T51" fmla="*/ 30 h 86"/>
                  <a:gd name="T52" fmla="*/ 34 w 49"/>
                  <a:gd name="T53" fmla="*/ 30 h 86"/>
                  <a:gd name="T54" fmla="*/ 34 w 49"/>
                  <a:gd name="T55" fmla="*/ 30 h 86"/>
                  <a:gd name="T56" fmla="*/ 34 w 49"/>
                  <a:gd name="T57" fmla="*/ 30 h 86"/>
                  <a:gd name="T58" fmla="*/ 34 w 49"/>
                  <a:gd name="T59" fmla="*/ 30 h 86"/>
                  <a:gd name="T60" fmla="*/ 34 w 49"/>
                  <a:gd name="T61" fmla="*/ 30 h 86"/>
                  <a:gd name="T62" fmla="*/ 34 w 49"/>
                  <a:gd name="T63" fmla="*/ 30 h 86"/>
                  <a:gd name="T64" fmla="*/ 34 w 49"/>
                  <a:gd name="T65" fmla="*/ 30 h 86"/>
                  <a:gd name="T66" fmla="*/ 34 w 49"/>
                  <a:gd name="T67" fmla="*/ 30 h 86"/>
                  <a:gd name="T68" fmla="*/ 34 w 49"/>
                  <a:gd name="T69" fmla="*/ 30 h 86"/>
                  <a:gd name="T70" fmla="*/ 34 w 49"/>
                  <a:gd name="T71" fmla="*/ 29 h 86"/>
                  <a:gd name="T72" fmla="*/ 34 w 49"/>
                  <a:gd name="T73" fmla="*/ 29 h 86"/>
                  <a:gd name="T74" fmla="*/ 34 w 49"/>
                  <a:gd name="T75" fmla="*/ 29 h 86"/>
                  <a:gd name="T76" fmla="*/ 34 w 49"/>
                  <a:gd name="T77" fmla="*/ 29 h 86"/>
                  <a:gd name="T78" fmla="*/ 34 w 49"/>
                  <a:gd name="T79" fmla="*/ 29 h 86"/>
                  <a:gd name="T80" fmla="*/ 33 w 49"/>
                  <a:gd name="T81" fmla="*/ 29 h 86"/>
                  <a:gd name="T82" fmla="*/ 4 w 49"/>
                  <a:gd name="T83" fmla="*/ 0 h 86"/>
                  <a:gd name="T84" fmla="*/ 4 w 49"/>
                  <a:gd name="T85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49" h="86">
                    <a:moveTo>
                      <a:pt x="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45" y="49"/>
                      <a:pt x="46" y="71"/>
                      <a:pt x="35" y="86"/>
                    </a:cubicBezTo>
                    <a:cubicBezTo>
                      <a:pt x="49" y="70"/>
                      <a:pt x="49" y="46"/>
                      <a:pt x="35" y="31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1"/>
                      <a:pt x="35" y="31"/>
                      <a:pt x="35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007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n>
                    <a:solidFill>
                      <a:schemeClr val="bg1">
                        <a:alpha val="5000"/>
                      </a:schemeClr>
                    </a:solidFill>
                  </a:ln>
                </a:endParaRPr>
              </a:p>
            </p:txBody>
          </p:sp>
          <p:sp>
            <p:nvSpPr>
              <p:cNvPr id="98" name="Freeform 160">
                <a:extLst>
                  <a:ext uri="{FF2B5EF4-FFF2-40B4-BE49-F238E27FC236}">
                    <a16:creationId xmlns:a16="http://schemas.microsoft.com/office/drawing/2014/main" id="{7839E48F-2528-43B6-879B-83F401B86AD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76651" y="3795713"/>
                <a:ext cx="388938" cy="244475"/>
              </a:xfrm>
              <a:custGeom>
                <a:avLst/>
                <a:gdLst>
                  <a:gd name="T0" fmla="*/ 146 w 147"/>
                  <a:gd name="T1" fmla="*/ 92 h 93"/>
                  <a:gd name="T2" fmla="*/ 147 w 147"/>
                  <a:gd name="T3" fmla="*/ 93 h 93"/>
                  <a:gd name="T4" fmla="*/ 147 w 147"/>
                  <a:gd name="T5" fmla="*/ 93 h 93"/>
                  <a:gd name="T6" fmla="*/ 146 w 147"/>
                  <a:gd name="T7" fmla="*/ 92 h 93"/>
                  <a:gd name="T8" fmla="*/ 4 w 147"/>
                  <a:gd name="T9" fmla="*/ 14 h 93"/>
                  <a:gd name="T10" fmla="*/ 0 w 147"/>
                  <a:gd name="T11" fmla="*/ 21 h 93"/>
                  <a:gd name="T12" fmla="*/ 0 w 147"/>
                  <a:gd name="T13" fmla="*/ 21 h 93"/>
                  <a:gd name="T14" fmla="*/ 4 w 147"/>
                  <a:gd name="T15" fmla="*/ 14 h 93"/>
                  <a:gd name="T16" fmla="*/ 4 w 147"/>
                  <a:gd name="T17" fmla="*/ 14 h 93"/>
                  <a:gd name="T18" fmla="*/ 4 w 147"/>
                  <a:gd name="T19" fmla="*/ 14 h 93"/>
                  <a:gd name="T20" fmla="*/ 4 w 147"/>
                  <a:gd name="T21" fmla="*/ 14 h 93"/>
                  <a:gd name="T22" fmla="*/ 5 w 147"/>
                  <a:gd name="T23" fmla="*/ 14 h 93"/>
                  <a:gd name="T24" fmla="*/ 4 w 147"/>
                  <a:gd name="T25" fmla="*/ 14 h 93"/>
                  <a:gd name="T26" fmla="*/ 5 w 147"/>
                  <a:gd name="T27" fmla="*/ 14 h 93"/>
                  <a:gd name="T28" fmla="*/ 36 w 147"/>
                  <a:gd name="T29" fmla="*/ 0 h 93"/>
                  <a:gd name="T30" fmla="*/ 7 w 147"/>
                  <a:gd name="T31" fmla="*/ 12 h 93"/>
                  <a:gd name="T32" fmla="*/ 7 w 147"/>
                  <a:gd name="T33" fmla="*/ 12 h 93"/>
                  <a:gd name="T34" fmla="*/ 7 w 147"/>
                  <a:gd name="T35" fmla="*/ 12 h 93"/>
                  <a:gd name="T36" fmla="*/ 36 w 147"/>
                  <a:gd name="T37" fmla="*/ 0 h 93"/>
                  <a:gd name="T38" fmla="*/ 65 w 147"/>
                  <a:gd name="T39" fmla="*/ 12 h 93"/>
                  <a:gd name="T40" fmla="*/ 146 w 147"/>
                  <a:gd name="T41" fmla="*/ 92 h 93"/>
                  <a:gd name="T42" fmla="*/ 146 w 147"/>
                  <a:gd name="T43" fmla="*/ 92 h 93"/>
                  <a:gd name="T44" fmla="*/ 146 w 147"/>
                  <a:gd name="T45" fmla="*/ 92 h 93"/>
                  <a:gd name="T46" fmla="*/ 65 w 147"/>
                  <a:gd name="T47" fmla="*/ 12 h 93"/>
                  <a:gd name="T48" fmla="*/ 36 w 147"/>
                  <a:gd name="T49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7" h="93">
                    <a:moveTo>
                      <a:pt x="146" y="92"/>
                    </a:moveTo>
                    <a:cubicBezTo>
                      <a:pt x="146" y="92"/>
                      <a:pt x="146" y="93"/>
                      <a:pt x="147" y="93"/>
                    </a:cubicBezTo>
                    <a:cubicBezTo>
                      <a:pt x="147" y="93"/>
                      <a:pt x="147" y="93"/>
                      <a:pt x="147" y="93"/>
                    </a:cubicBezTo>
                    <a:cubicBezTo>
                      <a:pt x="146" y="93"/>
                      <a:pt x="146" y="92"/>
                      <a:pt x="146" y="92"/>
                    </a:cubicBezTo>
                    <a:moveTo>
                      <a:pt x="4" y="14"/>
                    </a:moveTo>
                    <a:cubicBezTo>
                      <a:pt x="3" y="17"/>
                      <a:pt x="1" y="19"/>
                      <a:pt x="0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" y="19"/>
                      <a:pt x="3" y="17"/>
                      <a:pt x="4" y="14"/>
                    </a:cubicBezTo>
                    <a:moveTo>
                      <a:pt x="4" y="14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moveTo>
                      <a:pt x="5" y="14"/>
                    </a:moveTo>
                    <a:cubicBezTo>
                      <a:pt x="5" y="14"/>
                      <a:pt x="5" y="14"/>
                      <a:pt x="4" y="14"/>
                    </a:cubicBezTo>
                    <a:cubicBezTo>
                      <a:pt x="5" y="14"/>
                      <a:pt x="5" y="14"/>
                      <a:pt x="5" y="14"/>
                    </a:cubicBezTo>
                    <a:moveTo>
                      <a:pt x="36" y="0"/>
                    </a:moveTo>
                    <a:cubicBezTo>
                      <a:pt x="26" y="0"/>
                      <a:pt x="15" y="4"/>
                      <a:pt x="7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15" y="4"/>
                      <a:pt x="26" y="0"/>
                      <a:pt x="36" y="0"/>
                    </a:cubicBezTo>
                    <a:cubicBezTo>
                      <a:pt x="47" y="0"/>
                      <a:pt x="57" y="4"/>
                      <a:pt x="65" y="12"/>
                    </a:cubicBezTo>
                    <a:cubicBezTo>
                      <a:pt x="146" y="92"/>
                      <a:pt x="146" y="92"/>
                      <a:pt x="146" y="92"/>
                    </a:cubicBezTo>
                    <a:cubicBezTo>
                      <a:pt x="146" y="92"/>
                      <a:pt x="146" y="92"/>
                      <a:pt x="146" y="92"/>
                    </a:cubicBezTo>
                    <a:cubicBezTo>
                      <a:pt x="146" y="92"/>
                      <a:pt x="146" y="92"/>
                      <a:pt x="146" y="92"/>
                    </a:cubicBezTo>
                    <a:cubicBezTo>
                      <a:pt x="65" y="12"/>
                      <a:pt x="65" y="12"/>
                      <a:pt x="65" y="12"/>
                    </a:cubicBezTo>
                    <a:cubicBezTo>
                      <a:pt x="57" y="4"/>
                      <a:pt x="47" y="0"/>
                      <a:pt x="3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n>
                    <a:solidFill>
                      <a:schemeClr val="bg1">
                        <a:alpha val="5000"/>
                      </a:schemeClr>
                    </a:solidFill>
                  </a:ln>
                </a:endParaRPr>
              </a:p>
            </p:txBody>
          </p:sp>
          <p:sp>
            <p:nvSpPr>
              <p:cNvPr id="99" name="Freeform 161">
                <a:extLst>
                  <a:ext uri="{FF2B5EF4-FFF2-40B4-BE49-F238E27FC236}">
                    <a16:creationId xmlns:a16="http://schemas.microsoft.com/office/drawing/2014/main" id="{20E89F93-3103-435B-A7C1-131844386F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65588" y="4040188"/>
                <a:ext cx="7938" cy="11113"/>
              </a:xfrm>
              <a:custGeom>
                <a:avLst/>
                <a:gdLst>
                  <a:gd name="T0" fmla="*/ 3 w 3"/>
                  <a:gd name="T1" fmla="*/ 4 h 4"/>
                  <a:gd name="T2" fmla="*/ 3 w 3"/>
                  <a:gd name="T3" fmla="*/ 4 h 4"/>
                  <a:gd name="T4" fmla="*/ 3 w 3"/>
                  <a:gd name="T5" fmla="*/ 4 h 4"/>
                  <a:gd name="T6" fmla="*/ 3 w 3"/>
                  <a:gd name="T7" fmla="*/ 3 h 4"/>
                  <a:gd name="T8" fmla="*/ 3 w 3"/>
                  <a:gd name="T9" fmla="*/ 4 h 4"/>
                  <a:gd name="T10" fmla="*/ 3 w 3"/>
                  <a:gd name="T11" fmla="*/ 3 h 4"/>
                  <a:gd name="T12" fmla="*/ 2 w 3"/>
                  <a:gd name="T13" fmla="*/ 3 h 4"/>
                  <a:gd name="T14" fmla="*/ 3 w 3"/>
                  <a:gd name="T15" fmla="*/ 3 h 4"/>
                  <a:gd name="T16" fmla="*/ 2 w 3"/>
                  <a:gd name="T17" fmla="*/ 3 h 4"/>
                  <a:gd name="T18" fmla="*/ 0 w 3"/>
                  <a:gd name="T19" fmla="*/ 0 h 4"/>
                  <a:gd name="T20" fmla="*/ 2 w 3"/>
                  <a:gd name="T21" fmla="*/ 3 h 4"/>
                  <a:gd name="T22" fmla="*/ 0 w 3"/>
                  <a:gd name="T23" fmla="*/ 0 h 4"/>
                  <a:gd name="T24" fmla="*/ 0 w 3"/>
                  <a:gd name="T2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moveTo>
                      <a:pt x="3" y="3"/>
                    </a:moveTo>
                    <a:cubicBezTo>
                      <a:pt x="3" y="3"/>
                      <a:pt x="3" y="4"/>
                      <a:pt x="3" y="4"/>
                    </a:cubicBezTo>
                    <a:cubicBezTo>
                      <a:pt x="3" y="4"/>
                      <a:pt x="3" y="3"/>
                      <a:pt x="3" y="3"/>
                    </a:cubicBezTo>
                    <a:moveTo>
                      <a:pt x="2" y="3"/>
                    </a:moveTo>
                    <a:cubicBezTo>
                      <a:pt x="2" y="3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moveTo>
                      <a:pt x="0" y="0"/>
                    </a:moveTo>
                    <a:cubicBezTo>
                      <a:pt x="1" y="1"/>
                      <a:pt x="2" y="2"/>
                      <a:pt x="2" y="3"/>
                    </a:cubicBezTo>
                    <a:cubicBezTo>
                      <a:pt x="2" y="2"/>
                      <a:pt x="1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4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n>
                    <a:solidFill>
                      <a:schemeClr val="bg1">
                        <a:alpha val="5000"/>
                      </a:schemeClr>
                    </a:solidFill>
                  </a:ln>
                </a:endParaRPr>
              </a:p>
            </p:txBody>
          </p:sp>
          <p:sp>
            <p:nvSpPr>
              <p:cNvPr id="100" name="Freeform 162">
                <a:extLst>
                  <a:ext uri="{FF2B5EF4-FFF2-40B4-BE49-F238E27FC236}">
                    <a16:creationId xmlns:a16="http://schemas.microsoft.com/office/drawing/2014/main" id="{14371652-3D6A-4B03-9286-2F6A517F6B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6651" y="3795713"/>
                <a:ext cx="422275" cy="358775"/>
              </a:xfrm>
              <a:custGeom>
                <a:avLst/>
                <a:gdLst>
                  <a:gd name="T0" fmla="*/ 36 w 160"/>
                  <a:gd name="T1" fmla="*/ 0 h 136"/>
                  <a:gd name="T2" fmla="*/ 7 w 160"/>
                  <a:gd name="T3" fmla="*/ 12 h 136"/>
                  <a:gd name="T4" fmla="*/ 7 w 160"/>
                  <a:gd name="T5" fmla="*/ 12 h 136"/>
                  <a:gd name="T6" fmla="*/ 5 w 160"/>
                  <a:gd name="T7" fmla="*/ 14 h 136"/>
                  <a:gd name="T8" fmla="*/ 4 w 160"/>
                  <a:gd name="T9" fmla="*/ 14 h 136"/>
                  <a:gd name="T10" fmla="*/ 4 w 160"/>
                  <a:gd name="T11" fmla="*/ 14 h 136"/>
                  <a:gd name="T12" fmla="*/ 4 w 160"/>
                  <a:gd name="T13" fmla="*/ 14 h 136"/>
                  <a:gd name="T14" fmla="*/ 4 w 160"/>
                  <a:gd name="T15" fmla="*/ 14 h 136"/>
                  <a:gd name="T16" fmla="*/ 0 w 160"/>
                  <a:gd name="T17" fmla="*/ 21 h 136"/>
                  <a:gd name="T18" fmla="*/ 19 w 160"/>
                  <a:gd name="T19" fmla="*/ 17 h 136"/>
                  <a:gd name="T20" fmla="*/ 48 w 160"/>
                  <a:gd name="T21" fmla="*/ 29 h 136"/>
                  <a:gd name="T22" fmla="*/ 155 w 160"/>
                  <a:gd name="T23" fmla="*/ 136 h 136"/>
                  <a:gd name="T24" fmla="*/ 150 w 160"/>
                  <a:gd name="T25" fmla="*/ 97 h 136"/>
                  <a:gd name="T26" fmla="*/ 150 w 160"/>
                  <a:gd name="T27" fmla="*/ 97 h 136"/>
                  <a:gd name="T28" fmla="*/ 150 w 160"/>
                  <a:gd name="T29" fmla="*/ 97 h 136"/>
                  <a:gd name="T30" fmla="*/ 150 w 160"/>
                  <a:gd name="T31" fmla="*/ 96 h 136"/>
                  <a:gd name="T32" fmla="*/ 150 w 160"/>
                  <a:gd name="T33" fmla="*/ 96 h 136"/>
                  <a:gd name="T34" fmla="*/ 149 w 160"/>
                  <a:gd name="T35" fmla="*/ 96 h 136"/>
                  <a:gd name="T36" fmla="*/ 149 w 160"/>
                  <a:gd name="T37" fmla="*/ 96 h 136"/>
                  <a:gd name="T38" fmla="*/ 147 w 160"/>
                  <a:gd name="T39" fmla="*/ 93 h 136"/>
                  <a:gd name="T40" fmla="*/ 146 w 160"/>
                  <a:gd name="T41" fmla="*/ 92 h 136"/>
                  <a:gd name="T42" fmla="*/ 146 w 160"/>
                  <a:gd name="T43" fmla="*/ 92 h 136"/>
                  <a:gd name="T44" fmla="*/ 146 w 160"/>
                  <a:gd name="T45" fmla="*/ 92 h 136"/>
                  <a:gd name="T46" fmla="*/ 65 w 160"/>
                  <a:gd name="T47" fmla="*/ 12 h 136"/>
                  <a:gd name="T48" fmla="*/ 36 w 160"/>
                  <a:gd name="T4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0" h="136">
                    <a:moveTo>
                      <a:pt x="36" y="0"/>
                    </a:moveTo>
                    <a:cubicBezTo>
                      <a:pt x="26" y="0"/>
                      <a:pt x="15" y="4"/>
                      <a:pt x="7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6" y="13"/>
                      <a:pt x="5" y="13"/>
                      <a:pt x="5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7"/>
                      <a:pt x="1" y="19"/>
                      <a:pt x="0" y="21"/>
                    </a:cubicBezTo>
                    <a:cubicBezTo>
                      <a:pt x="6" y="18"/>
                      <a:pt x="12" y="17"/>
                      <a:pt x="19" y="17"/>
                    </a:cubicBezTo>
                    <a:cubicBezTo>
                      <a:pt x="29" y="17"/>
                      <a:pt x="40" y="21"/>
                      <a:pt x="48" y="29"/>
                    </a:cubicBezTo>
                    <a:cubicBezTo>
                      <a:pt x="155" y="136"/>
                      <a:pt x="155" y="136"/>
                      <a:pt x="155" y="136"/>
                    </a:cubicBezTo>
                    <a:cubicBezTo>
                      <a:pt x="160" y="123"/>
                      <a:pt x="158" y="108"/>
                      <a:pt x="150" y="97"/>
                    </a:cubicBezTo>
                    <a:cubicBezTo>
                      <a:pt x="150" y="97"/>
                      <a:pt x="150" y="97"/>
                      <a:pt x="150" y="97"/>
                    </a:cubicBezTo>
                    <a:cubicBezTo>
                      <a:pt x="150" y="97"/>
                      <a:pt x="150" y="97"/>
                      <a:pt x="150" y="97"/>
                    </a:cubicBezTo>
                    <a:cubicBezTo>
                      <a:pt x="150" y="97"/>
                      <a:pt x="150" y="96"/>
                      <a:pt x="150" y="96"/>
                    </a:cubicBezTo>
                    <a:cubicBezTo>
                      <a:pt x="150" y="96"/>
                      <a:pt x="150" y="96"/>
                      <a:pt x="150" y="96"/>
                    </a:cubicBezTo>
                    <a:cubicBezTo>
                      <a:pt x="150" y="96"/>
                      <a:pt x="149" y="96"/>
                      <a:pt x="149" y="96"/>
                    </a:cubicBezTo>
                    <a:cubicBezTo>
                      <a:pt x="149" y="96"/>
                      <a:pt x="149" y="96"/>
                      <a:pt x="149" y="96"/>
                    </a:cubicBezTo>
                    <a:cubicBezTo>
                      <a:pt x="149" y="95"/>
                      <a:pt x="148" y="94"/>
                      <a:pt x="147" y="93"/>
                    </a:cubicBezTo>
                    <a:cubicBezTo>
                      <a:pt x="146" y="93"/>
                      <a:pt x="146" y="92"/>
                      <a:pt x="146" y="92"/>
                    </a:cubicBezTo>
                    <a:cubicBezTo>
                      <a:pt x="146" y="92"/>
                      <a:pt x="146" y="92"/>
                      <a:pt x="146" y="92"/>
                    </a:cubicBezTo>
                    <a:cubicBezTo>
                      <a:pt x="146" y="92"/>
                      <a:pt x="146" y="92"/>
                      <a:pt x="146" y="92"/>
                    </a:cubicBezTo>
                    <a:cubicBezTo>
                      <a:pt x="65" y="12"/>
                      <a:pt x="65" y="12"/>
                      <a:pt x="65" y="12"/>
                    </a:cubicBezTo>
                    <a:cubicBezTo>
                      <a:pt x="57" y="4"/>
                      <a:pt x="47" y="0"/>
                      <a:pt x="36" y="0"/>
                    </a:cubicBezTo>
                  </a:path>
                </a:pathLst>
              </a:custGeom>
              <a:solidFill>
                <a:srgbClr val="AAE6F5">
                  <a:alpha val="50000"/>
                </a:srgbClr>
              </a:solidFill>
              <a:ln w="6350" cmpd="thinThick"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indent="-81742" algn="ctr" defTabSz="1013286" fontAlgn="ctr">
                  <a:spcAft>
                    <a:spcPts val="330"/>
                  </a:spcAft>
                  <a:buClr>
                    <a:prstClr val="white">
                      <a:lumMod val="65000"/>
                    </a:prstClr>
                  </a:buClr>
                  <a:buSzPct val="80000"/>
                  <a:tabLst>
                    <a:tab pos="2615558" algn="l"/>
                    <a:tab pos="5487119" algn="l"/>
                  </a:tabLst>
                </a:pPr>
                <a:endParaRPr lang="ko-KR" altLang="en-US" sz="1200" kern="0" dirty="0">
                  <a:ln>
                    <a:solidFill>
                      <a:schemeClr val="bg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Rix모던고딕 B" pitchFamily="18" charset="-127"/>
                  <a:ea typeface="Rix모던고딕 B" pitchFamily="18" charset="-127"/>
                </a:endParaRPr>
              </a:p>
            </p:txBody>
          </p:sp>
        </p:grp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9D8D64C4-1F96-41F0-9C32-FDC8F8DCD5F3}"/>
              </a:ext>
            </a:extLst>
          </p:cNvPr>
          <p:cNvGrpSpPr/>
          <p:nvPr/>
        </p:nvGrpSpPr>
        <p:grpSpPr>
          <a:xfrm>
            <a:off x="716560" y="6293889"/>
            <a:ext cx="715853" cy="169277"/>
            <a:chOff x="729179" y="3601008"/>
            <a:chExt cx="715853" cy="169277"/>
          </a:xfrm>
        </p:grpSpPr>
        <p:sp>
          <p:nvSpPr>
            <p:cNvPr id="102" name="Text Box 821">
              <a:extLst>
                <a:ext uri="{FF2B5EF4-FFF2-40B4-BE49-F238E27FC236}">
                  <a16:creationId xmlns:a16="http://schemas.microsoft.com/office/drawing/2014/main" id="{5D87E58D-7999-49FD-97A1-30299C858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0775" y="3601008"/>
              <a:ext cx="564257" cy="169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>
                <a:defRPr sz="110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나눔고딕 Bold" panose="020D0304000000000000" pitchFamily="50" charset="-127"/>
                  <a:ea typeface="나눔고딕 Bold" panose="020D0304000000000000" pitchFamily="50" charset="-127"/>
                </a:defRPr>
              </a:lvl1pPr>
              <a:lvl2pPr marL="742950" indent="-285750">
                <a:defRPr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latin typeface="굴림" pitchFamily="50" charset="-127"/>
                  <a:ea typeface="굴림" pitchFamily="50" charset="-127"/>
                </a:defRPr>
              </a:lvl9pPr>
            </a:lstStyle>
            <a:p>
              <a:pPr defTabSz="839641"/>
              <a:r>
                <a:rPr lang="ko-KR" altLang="en-US" dirty="0" err="1">
                  <a:ln>
                    <a:solidFill>
                      <a:schemeClr val="bg1">
                        <a:alpha val="5000"/>
                      </a:schemeClr>
                    </a:solidFill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Rix고딕 B" panose="02020603020101020101" pitchFamily="18" charset="-127"/>
                  <a:ea typeface="Rix고딕 B" panose="02020603020101020101" pitchFamily="18" charset="-127"/>
                </a:rPr>
                <a:t>주요연혁</a:t>
              </a:r>
              <a:endParaRPr lang="ko-KR" altLang="en-US" dirty="0">
                <a:ln>
                  <a:solidFill>
                    <a:schemeClr val="bg1">
                      <a:alpha val="5000"/>
                    </a:schemeClr>
                  </a:solidFill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</p:txBody>
        </p:sp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8DA3399E-019D-4C91-AF1A-5CD204C363B1}"/>
                </a:ext>
              </a:extLst>
            </p:cNvPr>
            <p:cNvGrpSpPr/>
            <p:nvPr/>
          </p:nvGrpSpPr>
          <p:grpSpPr>
            <a:xfrm>
              <a:off x="729179" y="3613070"/>
              <a:ext cx="98968" cy="145153"/>
              <a:chOff x="3652838" y="3784600"/>
              <a:chExt cx="452438" cy="663575"/>
            </a:xfrm>
          </p:grpSpPr>
          <p:sp>
            <p:nvSpPr>
              <p:cNvPr id="104" name="Freeform 156">
                <a:extLst>
                  <a:ext uri="{FF2B5EF4-FFF2-40B4-BE49-F238E27FC236}">
                    <a16:creationId xmlns:a16="http://schemas.microsoft.com/office/drawing/2014/main" id="{BC833FC4-1B4E-43C0-A261-9A9771B38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838" y="3784600"/>
                <a:ext cx="452438" cy="663575"/>
              </a:xfrm>
              <a:custGeom>
                <a:avLst/>
                <a:gdLst>
                  <a:gd name="T0" fmla="*/ 4 w 171"/>
                  <a:gd name="T1" fmla="*/ 205 h 251"/>
                  <a:gd name="T2" fmla="*/ 16 w 171"/>
                  <a:gd name="T3" fmla="*/ 235 h 251"/>
                  <a:gd name="T4" fmla="*/ 74 w 171"/>
                  <a:gd name="T5" fmla="*/ 235 h 251"/>
                  <a:gd name="T6" fmla="*/ 155 w 171"/>
                  <a:gd name="T7" fmla="*/ 154 h 251"/>
                  <a:gd name="T8" fmla="*/ 155 w 171"/>
                  <a:gd name="T9" fmla="*/ 96 h 251"/>
                  <a:gd name="T10" fmla="*/ 74 w 171"/>
                  <a:gd name="T11" fmla="*/ 16 h 251"/>
                  <a:gd name="T12" fmla="*/ 16 w 171"/>
                  <a:gd name="T13" fmla="*/ 16 h 251"/>
                  <a:gd name="T14" fmla="*/ 16 w 171"/>
                  <a:gd name="T15" fmla="*/ 74 h 251"/>
                  <a:gd name="T16" fmla="*/ 67 w 171"/>
                  <a:gd name="T17" fmla="*/ 125 h 251"/>
                  <a:gd name="T18" fmla="*/ 16 w 171"/>
                  <a:gd name="T19" fmla="*/ 176 h 251"/>
                  <a:gd name="T20" fmla="*/ 4 w 171"/>
                  <a:gd name="T21" fmla="*/ 205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1" h="251">
                    <a:moveTo>
                      <a:pt x="4" y="205"/>
                    </a:moveTo>
                    <a:cubicBezTo>
                      <a:pt x="4" y="216"/>
                      <a:pt x="8" y="226"/>
                      <a:pt x="16" y="235"/>
                    </a:cubicBezTo>
                    <a:cubicBezTo>
                      <a:pt x="32" y="251"/>
                      <a:pt x="58" y="251"/>
                      <a:pt x="74" y="235"/>
                    </a:cubicBezTo>
                    <a:cubicBezTo>
                      <a:pt x="155" y="154"/>
                      <a:pt x="155" y="154"/>
                      <a:pt x="155" y="154"/>
                    </a:cubicBezTo>
                    <a:cubicBezTo>
                      <a:pt x="171" y="138"/>
                      <a:pt x="171" y="112"/>
                      <a:pt x="155" y="96"/>
                    </a:cubicBezTo>
                    <a:cubicBezTo>
                      <a:pt x="74" y="16"/>
                      <a:pt x="74" y="16"/>
                      <a:pt x="74" y="16"/>
                    </a:cubicBezTo>
                    <a:cubicBezTo>
                      <a:pt x="58" y="0"/>
                      <a:pt x="32" y="0"/>
                      <a:pt x="16" y="16"/>
                    </a:cubicBezTo>
                    <a:cubicBezTo>
                      <a:pt x="0" y="32"/>
                      <a:pt x="0" y="58"/>
                      <a:pt x="16" y="74"/>
                    </a:cubicBezTo>
                    <a:cubicBezTo>
                      <a:pt x="67" y="125"/>
                      <a:pt x="67" y="125"/>
                      <a:pt x="67" y="125"/>
                    </a:cubicBezTo>
                    <a:cubicBezTo>
                      <a:pt x="16" y="176"/>
                      <a:pt x="16" y="176"/>
                      <a:pt x="16" y="176"/>
                    </a:cubicBezTo>
                    <a:cubicBezTo>
                      <a:pt x="8" y="184"/>
                      <a:pt x="4" y="195"/>
                      <a:pt x="4" y="205"/>
                    </a:cubicBezTo>
                  </a:path>
                </a:pathLst>
              </a:custGeom>
              <a:solidFill>
                <a:srgbClr val="12A7C8"/>
              </a:solidFill>
              <a:ln w="6350" cmpd="thinThick"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indent="-81742" algn="ctr" defTabSz="1013286" fontAlgn="ctr">
                  <a:spcAft>
                    <a:spcPts val="330"/>
                  </a:spcAft>
                  <a:buClr>
                    <a:prstClr val="white">
                      <a:lumMod val="65000"/>
                    </a:prstClr>
                  </a:buClr>
                  <a:buSzPct val="80000"/>
                  <a:tabLst>
                    <a:tab pos="2615558" algn="l"/>
                    <a:tab pos="5487119" algn="l"/>
                  </a:tabLst>
                </a:pPr>
                <a:endParaRPr lang="ko-KR" altLang="en-US" sz="1400" kern="0" dirty="0">
                  <a:ln>
                    <a:solidFill>
                      <a:schemeClr val="bg1">
                        <a:alpha val="5000"/>
                      </a:schemeClr>
                    </a:solidFill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Rix모던고딕 B" pitchFamily="18" charset="-127"/>
                  <a:ea typeface="Rix모던고딕 B" pitchFamily="18" charset="-127"/>
                </a:endParaRPr>
              </a:p>
            </p:txBody>
          </p:sp>
          <p:sp>
            <p:nvSpPr>
              <p:cNvPr id="105" name="Freeform 157">
                <a:extLst>
                  <a:ext uri="{FF2B5EF4-FFF2-40B4-BE49-F238E27FC236}">
                    <a16:creationId xmlns:a16="http://schemas.microsoft.com/office/drawing/2014/main" id="{2920A7E4-E3B5-470D-A0AC-847C60B246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3951" y="4114800"/>
                <a:ext cx="285750" cy="333375"/>
              </a:xfrm>
              <a:custGeom>
                <a:avLst/>
                <a:gdLst>
                  <a:gd name="T0" fmla="*/ 92 w 108"/>
                  <a:gd name="T1" fmla="*/ 87 h 126"/>
                  <a:gd name="T2" fmla="*/ 86 w 108"/>
                  <a:gd name="T3" fmla="*/ 94 h 126"/>
                  <a:gd name="T4" fmla="*/ 86 w 108"/>
                  <a:gd name="T5" fmla="*/ 94 h 126"/>
                  <a:gd name="T6" fmla="*/ 70 w 108"/>
                  <a:gd name="T7" fmla="*/ 110 h 126"/>
                  <a:gd name="T8" fmla="*/ 12 w 108"/>
                  <a:gd name="T9" fmla="*/ 110 h 126"/>
                  <a:gd name="T10" fmla="*/ 0 w 108"/>
                  <a:gd name="T11" fmla="*/ 80 h 126"/>
                  <a:gd name="T12" fmla="*/ 12 w 108"/>
                  <a:gd name="T13" fmla="*/ 51 h 126"/>
                  <a:gd name="T14" fmla="*/ 63 w 108"/>
                  <a:gd name="T15" fmla="*/ 0 h 126"/>
                  <a:gd name="T16" fmla="*/ 92 w 108"/>
                  <a:gd name="T17" fmla="*/ 29 h 126"/>
                  <a:gd name="T18" fmla="*/ 92 w 108"/>
                  <a:gd name="T19" fmla="*/ 87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126">
                    <a:moveTo>
                      <a:pt x="92" y="87"/>
                    </a:moveTo>
                    <a:cubicBezTo>
                      <a:pt x="86" y="94"/>
                      <a:pt x="86" y="94"/>
                      <a:pt x="86" y="94"/>
                    </a:cubicBezTo>
                    <a:cubicBezTo>
                      <a:pt x="86" y="94"/>
                      <a:pt x="86" y="94"/>
                      <a:pt x="86" y="94"/>
                    </a:cubicBezTo>
                    <a:cubicBezTo>
                      <a:pt x="70" y="110"/>
                      <a:pt x="70" y="110"/>
                      <a:pt x="70" y="110"/>
                    </a:cubicBezTo>
                    <a:cubicBezTo>
                      <a:pt x="54" y="126"/>
                      <a:pt x="28" y="126"/>
                      <a:pt x="12" y="110"/>
                    </a:cubicBezTo>
                    <a:cubicBezTo>
                      <a:pt x="4" y="101"/>
                      <a:pt x="0" y="91"/>
                      <a:pt x="0" y="80"/>
                    </a:cubicBezTo>
                    <a:cubicBezTo>
                      <a:pt x="0" y="70"/>
                      <a:pt x="4" y="59"/>
                      <a:pt x="12" y="51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92" y="29"/>
                      <a:pt x="92" y="29"/>
                      <a:pt x="92" y="29"/>
                    </a:cubicBezTo>
                    <a:cubicBezTo>
                      <a:pt x="108" y="45"/>
                      <a:pt x="108" y="71"/>
                      <a:pt x="92" y="87"/>
                    </a:cubicBezTo>
                  </a:path>
                </a:pathLst>
              </a:custGeom>
              <a:solidFill>
                <a:srgbClr val="0F82A5"/>
              </a:solidFill>
              <a:ln w="6350" cmpd="thinThick"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indent="-81742" algn="ctr" defTabSz="1013286" fontAlgn="ctr">
                  <a:spcAft>
                    <a:spcPts val="330"/>
                  </a:spcAft>
                  <a:buClr>
                    <a:prstClr val="white">
                      <a:lumMod val="65000"/>
                    </a:prstClr>
                  </a:buClr>
                  <a:buSzPct val="80000"/>
                  <a:tabLst>
                    <a:tab pos="2615558" algn="l"/>
                    <a:tab pos="5487119" algn="l"/>
                  </a:tabLst>
                </a:pPr>
                <a:endParaRPr lang="ko-KR" altLang="en-US" sz="1400" kern="0" dirty="0">
                  <a:ln>
                    <a:solidFill>
                      <a:schemeClr val="bg1">
                        <a:alpha val="5000"/>
                      </a:schemeClr>
                    </a:solidFill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Rix모던고딕 B" pitchFamily="18" charset="-127"/>
                  <a:ea typeface="Rix모던고딕 B" pitchFamily="18" charset="-127"/>
                </a:endParaRPr>
              </a:p>
            </p:txBody>
          </p:sp>
          <p:sp>
            <p:nvSpPr>
              <p:cNvPr id="106" name="Freeform 158">
                <a:extLst>
                  <a:ext uri="{FF2B5EF4-FFF2-40B4-BE49-F238E27FC236}">
                    <a16:creationId xmlns:a16="http://schemas.microsoft.com/office/drawing/2014/main" id="{D2A9DC12-6902-4823-BA0F-965D4BAFF0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30638" y="4114800"/>
                <a:ext cx="80963" cy="82550"/>
              </a:xfrm>
              <a:custGeom>
                <a:avLst/>
                <a:gdLst>
                  <a:gd name="T0" fmla="*/ 31 w 31"/>
                  <a:gd name="T1" fmla="*/ 31 h 31"/>
                  <a:gd name="T2" fmla="*/ 31 w 31"/>
                  <a:gd name="T3" fmla="*/ 31 h 31"/>
                  <a:gd name="T4" fmla="*/ 31 w 31"/>
                  <a:gd name="T5" fmla="*/ 31 h 31"/>
                  <a:gd name="T6" fmla="*/ 31 w 31"/>
                  <a:gd name="T7" fmla="*/ 31 h 31"/>
                  <a:gd name="T8" fmla="*/ 31 w 31"/>
                  <a:gd name="T9" fmla="*/ 31 h 31"/>
                  <a:gd name="T10" fmla="*/ 31 w 31"/>
                  <a:gd name="T11" fmla="*/ 31 h 31"/>
                  <a:gd name="T12" fmla="*/ 31 w 31"/>
                  <a:gd name="T13" fmla="*/ 31 h 31"/>
                  <a:gd name="T14" fmla="*/ 31 w 31"/>
                  <a:gd name="T15" fmla="*/ 31 h 31"/>
                  <a:gd name="T16" fmla="*/ 31 w 31"/>
                  <a:gd name="T17" fmla="*/ 31 h 31"/>
                  <a:gd name="T18" fmla="*/ 31 w 31"/>
                  <a:gd name="T19" fmla="*/ 31 h 31"/>
                  <a:gd name="T20" fmla="*/ 31 w 31"/>
                  <a:gd name="T21" fmla="*/ 31 h 31"/>
                  <a:gd name="T22" fmla="*/ 31 w 31"/>
                  <a:gd name="T23" fmla="*/ 31 h 31"/>
                  <a:gd name="T24" fmla="*/ 31 w 31"/>
                  <a:gd name="T25" fmla="*/ 30 h 31"/>
                  <a:gd name="T26" fmla="*/ 31 w 31"/>
                  <a:gd name="T27" fmla="*/ 30 h 31"/>
                  <a:gd name="T28" fmla="*/ 31 w 31"/>
                  <a:gd name="T29" fmla="*/ 30 h 31"/>
                  <a:gd name="T30" fmla="*/ 31 w 31"/>
                  <a:gd name="T31" fmla="*/ 30 h 31"/>
                  <a:gd name="T32" fmla="*/ 31 w 31"/>
                  <a:gd name="T33" fmla="*/ 30 h 31"/>
                  <a:gd name="T34" fmla="*/ 31 w 31"/>
                  <a:gd name="T35" fmla="*/ 30 h 31"/>
                  <a:gd name="T36" fmla="*/ 30 w 31"/>
                  <a:gd name="T37" fmla="*/ 30 h 31"/>
                  <a:gd name="T38" fmla="*/ 31 w 31"/>
                  <a:gd name="T39" fmla="*/ 30 h 31"/>
                  <a:gd name="T40" fmla="*/ 30 w 31"/>
                  <a:gd name="T41" fmla="*/ 30 h 31"/>
                  <a:gd name="T42" fmla="*/ 30 w 31"/>
                  <a:gd name="T43" fmla="*/ 30 h 31"/>
                  <a:gd name="T44" fmla="*/ 30 w 31"/>
                  <a:gd name="T45" fmla="*/ 30 h 31"/>
                  <a:gd name="T46" fmla="*/ 30 w 31"/>
                  <a:gd name="T47" fmla="*/ 30 h 31"/>
                  <a:gd name="T48" fmla="*/ 30 w 31"/>
                  <a:gd name="T49" fmla="*/ 30 h 31"/>
                  <a:gd name="T50" fmla="*/ 30 w 31"/>
                  <a:gd name="T51" fmla="*/ 30 h 31"/>
                  <a:gd name="T52" fmla="*/ 30 w 31"/>
                  <a:gd name="T53" fmla="*/ 30 h 31"/>
                  <a:gd name="T54" fmla="*/ 30 w 31"/>
                  <a:gd name="T55" fmla="*/ 30 h 31"/>
                  <a:gd name="T56" fmla="*/ 30 w 31"/>
                  <a:gd name="T57" fmla="*/ 30 h 31"/>
                  <a:gd name="T58" fmla="*/ 30 w 31"/>
                  <a:gd name="T59" fmla="*/ 30 h 31"/>
                  <a:gd name="T60" fmla="*/ 30 w 31"/>
                  <a:gd name="T61" fmla="*/ 30 h 31"/>
                  <a:gd name="T62" fmla="*/ 30 w 31"/>
                  <a:gd name="T63" fmla="*/ 30 h 31"/>
                  <a:gd name="T64" fmla="*/ 30 w 31"/>
                  <a:gd name="T65" fmla="*/ 30 h 31"/>
                  <a:gd name="T66" fmla="*/ 30 w 31"/>
                  <a:gd name="T67" fmla="*/ 30 h 31"/>
                  <a:gd name="T68" fmla="*/ 30 w 31"/>
                  <a:gd name="T69" fmla="*/ 30 h 31"/>
                  <a:gd name="T70" fmla="*/ 30 w 31"/>
                  <a:gd name="T71" fmla="*/ 30 h 31"/>
                  <a:gd name="T72" fmla="*/ 30 w 31"/>
                  <a:gd name="T73" fmla="*/ 30 h 31"/>
                  <a:gd name="T74" fmla="*/ 30 w 31"/>
                  <a:gd name="T75" fmla="*/ 30 h 31"/>
                  <a:gd name="T76" fmla="*/ 30 w 31"/>
                  <a:gd name="T77" fmla="*/ 30 h 31"/>
                  <a:gd name="T78" fmla="*/ 30 w 31"/>
                  <a:gd name="T79" fmla="*/ 30 h 31"/>
                  <a:gd name="T80" fmla="*/ 30 w 31"/>
                  <a:gd name="T81" fmla="*/ 30 h 31"/>
                  <a:gd name="T82" fmla="*/ 30 w 31"/>
                  <a:gd name="T83" fmla="*/ 30 h 31"/>
                  <a:gd name="T84" fmla="*/ 30 w 31"/>
                  <a:gd name="T85" fmla="*/ 30 h 31"/>
                  <a:gd name="T86" fmla="*/ 30 w 31"/>
                  <a:gd name="T87" fmla="*/ 30 h 31"/>
                  <a:gd name="T88" fmla="*/ 30 w 31"/>
                  <a:gd name="T89" fmla="*/ 30 h 31"/>
                  <a:gd name="T90" fmla="*/ 30 w 31"/>
                  <a:gd name="T91" fmla="*/ 29 h 31"/>
                  <a:gd name="T92" fmla="*/ 30 w 31"/>
                  <a:gd name="T93" fmla="*/ 29 h 31"/>
                  <a:gd name="T94" fmla="*/ 30 w 31"/>
                  <a:gd name="T95" fmla="*/ 29 h 31"/>
                  <a:gd name="T96" fmla="*/ 30 w 31"/>
                  <a:gd name="T97" fmla="*/ 29 h 31"/>
                  <a:gd name="T98" fmla="*/ 30 w 31"/>
                  <a:gd name="T99" fmla="*/ 29 h 31"/>
                  <a:gd name="T100" fmla="*/ 30 w 31"/>
                  <a:gd name="T101" fmla="*/ 29 h 31"/>
                  <a:gd name="T102" fmla="*/ 0 w 31"/>
                  <a:gd name="T103" fmla="*/ 0 h 31"/>
                  <a:gd name="T104" fmla="*/ 0 w 31"/>
                  <a:gd name="T105" fmla="*/ 0 h 31"/>
                  <a:gd name="T106" fmla="*/ 29 w 31"/>
                  <a:gd name="T107" fmla="*/ 29 h 31"/>
                  <a:gd name="T108" fmla="*/ 30 w 31"/>
                  <a:gd name="T109" fmla="*/ 29 h 31"/>
                  <a:gd name="T110" fmla="*/ 29 w 31"/>
                  <a:gd name="T111" fmla="*/ 29 h 31"/>
                  <a:gd name="T112" fmla="*/ 0 w 31"/>
                  <a:gd name="T113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1" h="31">
                    <a:moveTo>
                      <a:pt x="31" y="31"/>
                    </a:moveTo>
                    <a:cubicBezTo>
                      <a:pt x="31" y="31"/>
                      <a:pt x="31" y="31"/>
                      <a:pt x="31" y="31"/>
                    </a:cubicBezTo>
                    <a:cubicBezTo>
                      <a:pt x="31" y="31"/>
                      <a:pt x="31" y="31"/>
                      <a:pt x="31" y="31"/>
                    </a:cubicBezTo>
                    <a:moveTo>
                      <a:pt x="31" y="31"/>
                    </a:moveTo>
                    <a:cubicBezTo>
                      <a:pt x="31" y="31"/>
                      <a:pt x="31" y="31"/>
                      <a:pt x="31" y="31"/>
                    </a:cubicBezTo>
                    <a:cubicBezTo>
                      <a:pt x="31" y="31"/>
                      <a:pt x="31" y="31"/>
                      <a:pt x="31" y="31"/>
                    </a:cubicBezTo>
                    <a:moveTo>
                      <a:pt x="31" y="31"/>
                    </a:moveTo>
                    <a:cubicBezTo>
                      <a:pt x="31" y="31"/>
                      <a:pt x="31" y="31"/>
                      <a:pt x="31" y="31"/>
                    </a:cubicBezTo>
                    <a:cubicBezTo>
                      <a:pt x="31" y="31"/>
                      <a:pt x="31" y="31"/>
                      <a:pt x="31" y="31"/>
                    </a:cubicBezTo>
                    <a:moveTo>
                      <a:pt x="31" y="31"/>
                    </a:moveTo>
                    <a:cubicBezTo>
                      <a:pt x="31" y="31"/>
                      <a:pt x="31" y="31"/>
                      <a:pt x="31" y="31"/>
                    </a:cubicBezTo>
                    <a:cubicBezTo>
                      <a:pt x="31" y="31"/>
                      <a:pt x="31" y="31"/>
                      <a:pt x="31" y="31"/>
                    </a:cubicBezTo>
                    <a:moveTo>
                      <a:pt x="31" y="30"/>
                    </a:moveTo>
                    <a:cubicBezTo>
                      <a:pt x="31" y="30"/>
                      <a:pt x="31" y="30"/>
                      <a:pt x="31" y="30"/>
                    </a:cubicBezTo>
                    <a:cubicBezTo>
                      <a:pt x="31" y="30"/>
                      <a:pt x="31" y="30"/>
                      <a:pt x="31" y="30"/>
                    </a:cubicBezTo>
                    <a:moveTo>
                      <a:pt x="31" y="30"/>
                    </a:moveTo>
                    <a:cubicBezTo>
                      <a:pt x="31" y="30"/>
                      <a:pt x="31" y="30"/>
                      <a:pt x="31" y="30"/>
                    </a:cubicBezTo>
                    <a:cubicBezTo>
                      <a:pt x="31" y="30"/>
                      <a:pt x="31" y="30"/>
                      <a:pt x="31" y="30"/>
                    </a:cubicBezTo>
                    <a:moveTo>
                      <a:pt x="30" y="30"/>
                    </a:moveTo>
                    <a:cubicBezTo>
                      <a:pt x="30" y="30"/>
                      <a:pt x="30" y="30"/>
                      <a:pt x="31" y="30"/>
                    </a:cubicBezTo>
                    <a:cubicBezTo>
                      <a:pt x="30" y="30"/>
                      <a:pt x="30" y="30"/>
                      <a:pt x="30" y="30"/>
                    </a:cubicBezTo>
                    <a:moveTo>
                      <a:pt x="30" y="30"/>
                    </a:move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0" y="30"/>
                      <a:pt x="30" y="30"/>
                    </a:cubicBezTo>
                    <a:moveTo>
                      <a:pt x="30" y="30"/>
                    </a:move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0" y="30"/>
                      <a:pt x="30" y="30"/>
                    </a:cubicBezTo>
                    <a:moveTo>
                      <a:pt x="30" y="30"/>
                    </a:move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0" y="30"/>
                      <a:pt x="30" y="30"/>
                    </a:cubicBezTo>
                    <a:moveTo>
                      <a:pt x="30" y="30"/>
                    </a:move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0" y="30"/>
                      <a:pt x="30" y="30"/>
                    </a:cubicBezTo>
                    <a:moveTo>
                      <a:pt x="30" y="30"/>
                    </a:move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0" y="30"/>
                      <a:pt x="30" y="30"/>
                    </a:cubicBezTo>
                    <a:moveTo>
                      <a:pt x="30" y="30"/>
                    </a:move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0" y="30"/>
                      <a:pt x="30" y="30"/>
                    </a:cubicBezTo>
                    <a:moveTo>
                      <a:pt x="30" y="30"/>
                    </a:move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0" y="30"/>
                      <a:pt x="30" y="30"/>
                    </a:cubicBezTo>
                    <a:moveTo>
                      <a:pt x="30" y="30"/>
                    </a:move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30"/>
                      <a:pt x="30" y="30"/>
                      <a:pt x="30" y="30"/>
                    </a:cubicBezTo>
                    <a:moveTo>
                      <a:pt x="30" y="29"/>
                    </a:move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9"/>
                      <a:pt x="30" y="29"/>
                      <a:pt x="30" y="29"/>
                    </a:cubicBezTo>
                    <a:moveTo>
                      <a:pt x="30" y="29"/>
                    </a:move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9"/>
                      <a:pt x="30" y="29"/>
                      <a:pt x="30" y="29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29" y="29"/>
                      <a:pt x="29" y="29"/>
                      <a:pt x="30" y="29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6595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n>
                    <a:solidFill>
                      <a:schemeClr val="bg1">
                        <a:alpha val="5000"/>
                      </a:schemeClr>
                    </a:solidFill>
                  </a:ln>
                </a:endParaRPr>
              </a:p>
            </p:txBody>
          </p:sp>
          <p:sp>
            <p:nvSpPr>
              <p:cNvPr id="107" name="Freeform 159">
                <a:extLst>
                  <a:ext uri="{FF2B5EF4-FFF2-40B4-BE49-F238E27FC236}">
                    <a16:creationId xmlns:a16="http://schemas.microsoft.com/office/drawing/2014/main" id="{32949946-7F10-45CD-AA81-C82D69D04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526" y="4114800"/>
                <a:ext cx="130175" cy="227013"/>
              </a:xfrm>
              <a:custGeom>
                <a:avLst/>
                <a:gdLst>
                  <a:gd name="T0" fmla="*/ 4 w 49"/>
                  <a:gd name="T1" fmla="*/ 0 h 86"/>
                  <a:gd name="T2" fmla="*/ 4 w 49"/>
                  <a:gd name="T3" fmla="*/ 0 h 86"/>
                  <a:gd name="T4" fmla="*/ 0 w 49"/>
                  <a:gd name="T5" fmla="*/ 4 h 86"/>
                  <a:gd name="T6" fmla="*/ 32 w 49"/>
                  <a:gd name="T7" fmla="*/ 36 h 86"/>
                  <a:gd name="T8" fmla="*/ 35 w 49"/>
                  <a:gd name="T9" fmla="*/ 86 h 86"/>
                  <a:gd name="T10" fmla="*/ 35 w 49"/>
                  <a:gd name="T11" fmla="*/ 31 h 86"/>
                  <a:gd name="T12" fmla="*/ 35 w 49"/>
                  <a:gd name="T13" fmla="*/ 31 h 86"/>
                  <a:gd name="T14" fmla="*/ 35 w 49"/>
                  <a:gd name="T15" fmla="*/ 31 h 86"/>
                  <a:gd name="T16" fmla="*/ 35 w 49"/>
                  <a:gd name="T17" fmla="*/ 31 h 86"/>
                  <a:gd name="T18" fmla="*/ 35 w 49"/>
                  <a:gd name="T19" fmla="*/ 31 h 86"/>
                  <a:gd name="T20" fmla="*/ 35 w 49"/>
                  <a:gd name="T21" fmla="*/ 31 h 86"/>
                  <a:gd name="T22" fmla="*/ 35 w 49"/>
                  <a:gd name="T23" fmla="*/ 31 h 86"/>
                  <a:gd name="T24" fmla="*/ 35 w 49"/>
                  <a:gd name="T25" fmla="*/ 31 h 86"/>
                  <a:gd name="T26" fmla="*/ 35 w 49"/>
                  <a:gd name="T27" fmla="*/ 30 h 86"/>
                  <a:gd name="T28" fmla="*/ 35 w 49"/>
                  <a:gd name="T29" fmla="*/ 30 h 86"/>
                  <a:gd name="T30" fmla="*/ 35 w 49"/>
                  <a:gd name="T31" fmla="*/ 30 h 86"/>
                  <a:gd name="T32" fmla="*/ 35 w 49"/>
                  <a:gd name="T33" fmla="*/ 30 h 86"/>
                  <a:gd name="T34" fmla="*/ 35 w 49"/>
                  <a:gd name="T35" fmla="*/ 30 h 86"/>
                  <a:gd name="T36" fmla="*/ 34 w 49"/>
                  <a:gd name="T37" fmla="*/ 30 h 86"/>
                  <a:gd name="T38" fmla="*/ 34 w 49"/>
                  <a:gd name="T39" fmla="*/ 30 h 86"/>
                  <a:gd name="T40" fmla="*/ 34 w 49"/>
                  <a:gd name="T41" fmla="*/ 30 h 86"/>
                  <a:gd name="T42" fmla="*/ 34 w 49"/>
                  <a:gd name="T43" fmla="*/ 30 h 86"/>
                  <a:gd name="T44" fmla="*/ 34 w 49"/>
                  <a:gd name="T45" fmla="*/ 30 h 86"/>
                  <a:gd name="T46" fmla="*/ 34 w 49"/>
                  <a:gd name="T47" fmla="*/ 30 h 86"/>
                  <a:gd name="T48" fmla="*/ 34 w 49"/>
                  <a:gd name="T49" fmla="*/ 30 h 86"/>
                  <a:gd name="T50" fmla="*/ 34 w 49"/>
                  <a:gd name="T51" fmla="*/ 30 h 86"/>
                  <a:gd name="T52" fmla="*/ 34 w 49"/>
                  <a:gd name="T53" fmla="*/ 30 h 86"/>
                  <a:gd name="T54" fmla="*/ 34 w 49"/>
                  <a:gd name="T55" fmla="*/ 30 h 86"/>
                  <a:gd name="T56" fmla="*/ 34 w 49"/>
                  <a:gd name="T57" fmla="*/ 30 h 86"/>
                  <a:gd name="T58" fmla="*/ 34 w 49"/>
                  <a:gd name="T59" fmla="*/ 30 h 86"/>
                  <a:gd name="T60" fmla="*/ 34 w 49"/>
                  <a:gd name="T61" fmla="*/ 30 h 86"/>
                  <a:gd name="T62" fmla="*/ 34 w 49"/>
                  <a:gd name="T63" fmla="*/ 30 h 86"/>
                  <a:gd name="T64" fmla="*/ 34 w 49"/>
                  <a:gd name="T65" fmla="*/ 30 h 86"/>
                  <a:gd name="T66" fmla="*/ 34 w 49"/>
                  <a:gd name="T67" fmla="*/ 30 h 86"/>
                  <a:gd name="T68" fmla="*/ 34 w 49"/>
                  <a:gd name="T69" fmla="*/ 30 h 86"/>
                  <a:gd name="T70" fmla="*/ 34 w 49"/>
                  <a:gd name="T71" fmla="*/ 29 h 86"/>
                  <a:gd name="T72" fmla="*/ 34 w 49"/>
                  <a:gd name="T73" fmla="*/ 29 h 86"/>
                  <a:gd name="T74" fmla="*/ 34 w 49"/>
                  <a:gd name="T75" fmla="*/ 29 h 86"/>
                  <a:gd name="T76" fmla="*/ 34 w 49"/>
                  <a:gd name="T77" fmla="*/ 29 h 86"/>
                  <a:gd name="T78" fmla="*/ 34 w 49"/>
                  <a:gd name="T79" fmla="*/ 29 h 86"/>
                  <a:gd name="T80" fmla="*/ 33 w 49"/>
                  <a:gd name="T81" fmla="*/ 29 h 86"/>
                  <a:gd name="T82" fmla="*/ 4 w 49"/>
                  <a:gd name="T83" fmla="*/ 0 h 86"/>
                  <a:gd name="T84" fmla="*/ 4 w 49"/>
                  <a:gd name="T85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49" h="86">
                    <a:moveTo>
                      <a:pt x="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45" y="49"/>
                      <a:pt x="46" y="71"/>
                      <a:pt x="35" y="86"/>
                    </a:cubicBezTo>
                    <a:cubicBezTo>
                      <a:pt x="49" y="70"/>
                      <a:pt x="49" y="46"/>
                      <a:pt x="35" y="31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1"/>
                      <a:pt x="35" y="31"/>
                      <a:pt x="35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007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n>
                    <a:solidFill>
                      <a:schemeClr val="bg1">
                        <a:alpha val="5000"/>
                      </a:schemeClr>
                    </a:solidFill>
                  </a:ln>
                </a:endParaRPr>
              </a:p>
            </p:txBody>
          </p:sp>
          <p:sp>
            <p:nvSpPr>
              <p:cNvPr id="108" name="Freeform 160">
                <a:extLst>
                  <a:ext uri="{FF2B5EF4-FFF2-40B4-BE49-F238E27FC236}">
                    <a16:creationId xmlns:a16="http://schemas.microsoft.com/office/drawing/2014/main" id="{2F8AE9FF-7AEC-41C4-9653-8D2B714021B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76651" y="3795713"/>
                <a:ext cx="388938" cy="244475"/>
              </a:xfrm>
              <a:custGeom>
                <a:avLst/>
                <a:gdLst>
                  <a:gd name="T0" fmla="*/ 146 w 147"/>
                  <a:gd name="T1" fmla="*/ 92 h 93"/>
                  <a:gd name="T2" fmla="*/ 147 w 147"/>
                  <a:gd name="T3" fmla="*/ 93 h 93"/>
                  <a:gd name="T4" fmla="*/ 147 w 147"/>
                  <a:gd name="T5" fmla="*/ 93 h 93"/>
                  <a:gd name="T6" fmla="*/ 146 w 147"/>
                  <a:gd name="T7" fmla="*/ 92 h 93"/>
                  <a:gd name="T8" fmla="*/ 4 w 147"/>
                  <a:gd name="T9" fmla="*/ 14 h 93"/>
                  <a:gd name="T10" fmla="*/ 0 w 147"/>
                  <a:gd name="T11" fmla="*/ 21 h 93"/>
                  <a:gd name="T12" fmla="*/ 0 w 147"/>
                  <a:gd name="T13" fmla="*/ 21 h 93"/>
                  <a:gd name="T14" fmla="*/ 4 w 147"/>
                  <a:gd name="T15" fmla="*/ 14 h 93"/>
                  <a:gd name="T16" fmla="*/ 4 w 147"/>
                  <a:gd name="T17" fmla="*/ 14 h 93"/>
                  <a:gd name="T18" fmla="*/ 4 w 147"/>
                  <a:gd name="T19" fmla="*/ 14 h 93"/>
                  <a:gd name="T20" fmla="*/ 4 w 147"/>
                  <a:gd name="T21" fmla="*/ 14 h 93"/>
                  <a:gd name="T22" fmla="*/ 5 w 147"/>
                  <a:gd name="T23" fmla="*/ 14 h 93"/>
                  <a:gd name="T24" fmla="*/ 4 w 147"/>
                  <a:gd name="T25" fmla="*/ 14 h 93"/>
                  <a:gd name="T26" fmla="*/ 5 w 147"/>
                  <a:gd name="T27" fmla="*/ 14 h 93"/>
                  <a:gd name="T28" fmla="*/ 36 w 147"/>
                  <a:gd name="T29" fmla="*/ 0 h 93"/>
                  <a:gd name="T30" fmla="*/ 7 w 147"/>
                  <a:gd name="T31" fmla="*/ 12 h 93"/>
                  <a:gd name="T32" fmla="*/ 7 w 147"/>
                  <a:gd name="T33" fmla="*/ 12 h 93"/>
                  <a:gd name="T34" fmla="*/ 7 w 147"/>
                  <a:gd name="T35" fmla="*/ 12 h 93"/>
                  <a:gd name="T36" fmla="*/ 36 w 147"/>
                  <a:gd name="T37" fmla="*/ 0 h 93"/>
                  <a:gd name="T38" fmla="*/ 65 w 147"/>
                  <a:gd name="T39" fmla="*/ 12 h 93"/>
                  <a:gd name="T40" fmla="*/ 146 w 147"/>
                  <a:gd name="T41" fmla="*/ 92 h 93"/>
                  <a:gd name="T42" fmla="*/ 146 w 147"/>
                  <a:gd name="T43" fmla="*/ 92 h 93"/>
                  <a:gd name="T44" fmla="*/ 146 w 147"/>
                  <a:gd name="T45" fmla="*/ 92 h 93"/>
                  <a:gd name="T46" fmla="*/ 65 w 147"/>
                  <a:gd name="T47" fmla="*/ 12 h 93"/>
                  <a:gd name="T48" fmla="*/ 36 w 147"/>
                  <a:gd name="T49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7" h="93">
                    <a:moveTo>
                      <a:pt x="146" y="92"/>
                    </a:moveTo>
                    <a:cubicBezTo>
                      <a:pt x="146" y="92"/>
                      <a:pt x="146" y="93"/>
                      <a:pt x="147" y="93"/>
                    </a:cubicBezTo>
                    <a:cubicBezTo>
                      <a:pt x="147" y="93"/>
                      <a:pt x="147" y="93"/>
                      <a:pt x="147" y="93"/>
                    </a:cubicBezTo>
                    <a:cubicBezTo>
                      <a:pt x="146" y="93"/>
                      <a:pt x="146" y="92"/>
                      <a:pt x="146" y="92"/>
                    </a:cubicBezTo>
                    <a:moveTo>
                      <a:pt x="4" y="14"/>
                    </a:moveTo>
                    <a:cubicBezTo>
                      <a:pt x="3" y="17"/>
                      <a:pt x="1" y="19"/>
                      <a:pt x="0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" y="19"/>
                      <a:pt x="3" y="17"/>
                      <a:pt x="4" y="14"/>
                    </a:cubicBezTo>
                    <a:moveTo>
                      <a:pt x="4" y="14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moveTo>
                      <a:pt x="5" y="14"/>
                    </a:moveTo>
                    <a:cubicBezTo>
                      <a:pt x="5" y="14"/>
                      <a:pt x="5" y="14"/>
                      <a:pt x="4" y="14"/>
                    </a:cubicBezTo>
                    <a:cubicBezTo>
                      <a:pt x="5" y="14"/>
                      <a:pt x="5" y="14"/>
                      <a:pt x="5" y="14"/>
                    </a:cubicBezTo>
                    <a:moveTo>
                      <a:pt x="36" y="0"/>
                    </a:moveTo>
                    <a:cubicBezTo>
                      <a:pt x="26" y="0"/>
                      <a:pt x="15" y="4"/>
                      <a:pt x="7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15" y="4"/>
                      <a:pt x="26" y="0"/>
                      <a:pt x="36" y="0"/>
                    </a:cubicBezTo>
                    <a:cubicBezTo>
                      <a:pt x="47" y="0"/>
                      <a:pt x="57" y="4"/>
                      <a:pt x="65" y="12"/>
                    </a:cubicBezTo>
                    <a:cubicBezTo>
                      <a:pt x="146" y="92"/>
                      <a:pt x="146" y="92"/>
                      <a:pt x="146" y="92"/>
                    </a:cubicBezTo>
                    <a:cubicBezTo>
                      <a:pt x="146" y="92"/>
                      <a:pt x="146" y="92"/>
                      <a:pt x="146" y="92"/>
                    </a:cubicBezTo>
                    <a:cubicBezTo>
                      <a:pt x="146" y="92"/>
                      <a:pt x="146" y="92"/>
                      <a:pt x="146" y="92"/>
                    </a:cubicBezTo>
                    <a:cubicBezTo>
                      <a:pt x="65" y="12"/>
                      <a:pt x="65" y="12"/>
                      <a:pt x="65" y="12"/>
                    </a:cubicBezTo>
                    <a:cubicBezTo>
                      <a:pt x="57" y="4"/>
                      <a:pt x="47" y="0"/>
                      <a:pt x="3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n>
                    <a:solidFill>
                      <a:schemeClr val="bg1">
                        <a:alpha val="5000"/>
                      </a:schemeClr>
                    </a:solidFill>
                  </a:ln>
                </a:endParaRPr>
              </a:p>
            </p:txBody>
          </p:sp>
          <p:sp>
            <p:nvSpPr>
              <p:cNvPr id="109" name="Freeform 161">
                <a:extLst>
                  <a:ext uri="{FF2B5EF4-FFF2-40B4-BE49-F238E27FC236}">
                    <a16:creationId xmlns:a16="http://schemas.microsoft.com/office/drawing/2014/main" id="{EBB28033-3675-4EBE-A441-8A30C0E08A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65588" y="4040188"/>
                <a:ext cx="7938" cy="11113"/>
              </a:xfrm>
              <a:custGeom>
                <a:avLst/>
                <a:gdLst>
                  <a:gd name="T0" fmla="*/ 3 w 3"/>
                  <a:gd name="T1" fmla="*/ 4 h 4"/>
                  <a:gd name="T2" fmla="*/ 3 w 3"/>
                  <a:gd name="T3" fmla="*/ 4 h 4"/>
                  <a:gd name="T4" fmla="*/ 3 w 3"/>
                  <a:gd name="T5" fmla="*/ 4 h 4"/>
                  <a:gd name="T6" fmla="*/ 3 w 3"/>
                  <a:gd name="T7" fmla="*/ 3 h 4"/>
                  <a:gd name="T8" fmla="*/ 3 w 3"/>
                  <a:gd name="T9" fmla="*/ 4 h 4"/>
                  <a:gd name="T10" fmla="*/ 3 w 3"/>
                  <a:gd name="T11" fmla="*/ 3 h 4"/>
                  <a:gd name="T12" fmla="*/ 2 w 3"/>
                  <a:gd name="T13" fmla="*/ 3 h 4"/>
                  <a:gd name="T14" fmla="*/ 3 w 3"/>
                  <a:gd name="T15" fmla="*/ 3 h 4"/>
                  <a:gd name="T16" fmla="*/ 2 w 3"/>
                  <a:gd name="T17" fmla="*/ 3 h 4"/>
                  <a:gd name="T18" fmla="*/ 0 w 3"/>
                  <a:gd name="T19" fmla="*/ 0 h 4"/>
                  <a:gd name="T20" fmla="*/ 2 w 3"/>
                  <a:gd name="T21" fmla="*/ 3 h 4"/>
                  <a:gd name="T22" fmla="*/ 0 w 3"/>
                  <a:gd name="T23" fmla="*/ 0 h 4"/>
                  <a:gd name="T24" fmla="*/ 0 w 3"/>
                  <a:gd name="T2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moveTo>
                      <a:pt x="3" y="3"/>
                    </a:moveTo>
                    <a:cubicBezTo>
                      <a:pt x="3" y="3"/>
                      <a:pt x="3" y="4"/>
                      <a:pt x="3" y="4"/>
                    </a:cubicBezTo>
                    <a:cubicBezTo>
                      <a:pt x="3" y="4"/>
                      <a:pt x="3" y="3"/>
                      <a:pt x="3" y="3"/>
                    </a:cubicBezTo>
                    <a:moveTo>
                      <a:pt x="2" y="3"/>
                    </a:moveTo>
                    <a:cubicBezTo>
                      <a:pt x="2" y="3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moveTo>
                      <a:pt x="0" y="0"/>
                    </a:moveTo>
                    <a:cubicBezTo>
                      <a:pt x="1" y="1"/>
                      <a:pt x="2" y="2"/>
                      <a:pt x="2" y="3"/>
                    </a:cubicBezTo>
                    <a:cubicBezTo>
                      <a:pt x="2" y="2"/>
                      <a:pt x="1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4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n>
                    <a:solidFill>
                      <a:schemeClr val="bg1">
                        <a:alpha val="5000"/>
                      </a:schemeClr>
                    </a:solidFill>
                  </a:ln>
                </a:endParaRPr>
              </a:p>
            </p:txBody>
          </p:sp>
          <p:sp>
            <p:nvSpPr>
              <p:cNvPr id="110" name="Freeform 162">
                <a:extLst>
                  <a:ext uri="{FF2B5EF4-FFF2-40B4-BE49-F238E27FC236}">
                    <a16:creationId xmlns:a16="http://schemas.microsoft.com/office/drawing/2014/main" id="{82F3A040-3C4E-45DB-8CCB-742C2D574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6651" y="3795713"/>
                <a:ext cx="422275" cy="358775"/>
              </a:xfrm>
              <a:custGeom>
                <a:avLst/>
                <a:gdLst>
                  <a:gd name="T0" fmla="*/ 36 w 160"/>
                  <a:gd name="T1" fmla="*/ 0 h 136"/>
                  <a:gd name="T2" fmla="*/ 7 w 160"/>
                  <a:gd name="T3" fmla="*/ 12 h 136"/>
                  <a:gd name="T4" fmla="*/ 7 w 160"/>
                  <a:gd name="T5" fmla="*/ 12 h 136"/>
                  <a:gd name="T6" fmla="*/ 5 w 160"/>
                  <a:gd name="T7" fmla="*/ 14 h 136"/>
                  <a:gd name="T8" fmla="*/ 4 w 160"/>
                  <a:gd name="T9" fmla="*/ 14 h 136"/>
                  <a:gd name="T10" fmla="*/ 4 w 160"/>
                  <a:gd name="T11" fmla="*/ 14 h 136"/>
                  <a:gd name="T12" fmla="*/ 4 w 160"/>
                  <a:gd name="T13" fmla="*/ 14 h 136"/>
                  <a:gd name="T14" fmla="*/ 4 w 160"/>
                  <a:gd name="T15" fmla="*/ 14 h 136"/>
                  <a:gd name="T16" fmla="*/ 0 w 160"/>
                  <a:gd name="T17" fmla="*/ 21 h 136"/>
                  <a:gd name="T18" fmla="*/ 19 w 160"/>
                  <a:gd name="T19" fmla="*/ 17 h 136"/>
                  <a:gd name="T20" fmla="*/ 48 w 160"/>
                  <a:gd name="T21" fmla="*/ 29 h 136"/>
                  <a:gd name="T22" fmla="*/ 155 w 160"/>
                  <a:gd name="T23" fmla="*/ 136 h 136"/>
                  <a:gd name="T24" fmla="*/ 150 w 160"/>
                  <a:gd name="T25" fmla="*/ 97 h 136"/>
                  <a:gd name="T26" fmla="*/ 150 w 160"/>
                  <a:gd name="T27" fmla="*/ 97 h 136"/>
                  <a:gd name="T28" fmla="*/ 150 w 160"/>
                  <a:gd name="T29" fmla="*/ 97 h 136"/>
                  <a:gd name="T30" fmla="*/ 150 w 160"/>
                  <a:gd name="T31" fmla="*/ 96 h 136"/>
                  <a:gd name="T32" fmla="*/ 150 w 160"/>
                  <a:gd name="T33" fmla="*/ 96 h 136"/>
                  <a:gd name="T34" fmla="*/ 149 w 160"/>
                  <a:gd name="T35" fmla="*/ 96 h 136"/>
                  <a:gd name="T36" fmla="*/ 149 w 160"/>
                  <a:gd name="T37" fmla="*/ 96 h 136"/>
                  <a:gd name="T38" fmla="*/ 147 w 160"/>
                  <a:gd name="T39" fmla="*/ 93 h 136"/>
                  <a:gd name="T40" fmla="*/ 146 w 160"/>
                  <a:gd name="T41" fmla="*/ 92 h 136"/>
                  <a:gd name="T42" fmla="*/ 146 w 160"/>
                  <a:gd name="T43" fmla="*/ 92 h 136"/>
                  <a:gd name="T44" fmla="*/ 146 w 160"/>
                  <a:gd name="T45" fmla="*/ 92 h 136"/>
                  <a:gd name="T46" fmla="*/ 65 w 160"/>
                  <a:gd name="T47" fmla="*/ 12 h 136"/>
                  <a:gd name="T48" fmla="*/ 36 w 160"/>
                  <a:gd name="T4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0" h="136">
                    <a:moveTo>
                      <a:pt x="36" y="0"/>
                    </a:moveTo>
                    <a:cubicBezTo>
                      <a:pt x="26" y="0"/>
                      <a:pt x="15" y="4"/>
                      <a:pt x="7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6" y="13"/>
                      <a:pt x="5" y="13"/>
                      <a:pt x="5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3" y="17"/>
                      <a:pt x="1" y="19"/>
                      <a:pt x="0" y="21"/>
                    </a:cubicBezTo>
                    <a:cubicBezTo>
                      <a:pt x="6" y="18"/>
                      <a:pt x="12" y="17"/>
                      <a:pt x="19" y="17"/>
                    </a:cubicBezTo>
                    <a:cubicBezTo>
                      <a:pt x="29" y="17"/>
                      <a:pt x="40" y="21"/>
                      <a:pt x="48" y="29"/>
                    </a:cubicBezTo>
                    <a:cubicBezTo>
                      <a:pt x="155" y="136"/>
                      <a:pt x="155" y="136"/>
                      <a:pt x="155" y="136"/>
                    </a:cubicBezTo>
                    <a:cubicBezTo>
                      <a:pt x="160" y="123"/>
                      <a:pt x="158" y="108"/>
                      <a:pt x="150" y="97"/>
                    </a:cubicBezTo>
                    <a:cubicBezTo>
                      <a:pt x="150" y="97"/>
                      <a:pt x="150" y="97"/>
                      <a:pt x="150" y="97"/>
                    </a:cubicBezTo>
                    <a:cubicBezTo>
                      <a:pt x="150" y="97"/>
                      <a:pt x="150" y="97"/>
                      <a:pt x="150" y="97"/>
                    </a:cubicBezTo>
                    <a:cubicBezTo>
                      <a:pt x="150" y="97"/>
                      <a:pt x="150" y="96"/>
                      <a:pt x="150" y="96"/>
                    </a:cubicBezTo>
                    <a:cubicBezTo>
                      <a:pt x="150" y="96"/>
                      <a:pt x="150" y="96"/>
                      <a:pt x="150" y="96"/>
                    </a:cubicBezTo>
                    <a:cubicBezTo>
                      <a:pt x="150" y="96"/>
                      <a:pt x="149" y="96"/>
                      <a:pt x="149" y="96"/>
                    </a:cubicBezTo>
                    <a:cubicBezTo>
                      <a:pt x="149" y="96"/>
                      <a:pt x="149" y="96"/>
                      <a:pt x="149" y="96"/>
                    </a:cubicBezTo>
                    <a:cubicBezTo>
                      <a:pt x="149" y="95"/>
                      <a:pt x="148" y="94"/>
                      <a:pt x="147" y="93"/>
                    </a:cubicBezTo>
                    <a:cubicBezTo>
                      <a:pt x="146" y="93"/>
                      <a:pt x="146" y="92"/>
                      <a:pt x="146" y="92"/>
                    </a:cubicBezTo>
                    <a:cubicBezTo>
                      <a:pt x="146" y="92"/>
                      <a:pt x="146" y="92"/>
                      <a:pt x="146" y="92"/>
                    </a:cubicBezTo>
                    <a:cubicBezTo>
                      <a:pt x="146" y="92"/>
                      <a:pt x="146" y="92"/>
                      <a:pt x="146" y="92"/>
                    </a:cubicBezTo>
                    <a:cubicBezTo>
                      <a:pt x="65" y="12"/>
                      <a:pt x="65" y="12"/>
                      <a:pt x="65" y="12"/>
                    </a:cubicBezTo>
                    <a:cubicBezTo>
                      <a:pt x="57" y="4"/>
                      <a:pt x="47" y="0"/>
                      <a:pt x="36" y="0"/>
                    </a:cubicBezTo>
                  </a:path>
                </a:pathLst>
              </a:custGeom>
              <a:solidFill>
                <a:srgbClr val="AAE6F5">
                  <a:alpha val="50000"/>
                </a:srgbClr>
              </a:solidFill>
              <a:ln w="6350" cmpd="thinThick"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indent="-81742" algn="ctr" defTabSz="1013286" fontAlgn="ctr">
                  <a:spcAft>
                    <a:spcPts val="330"/>
                  </a:spcAft>
                  <a:buClr>
                    <a:prstClr val="white">
                      <a:lumMod val="65000"/>
                    </a:prstClr>
                  </a:buClr>
                  <a:buSzPct val="80000"/>
                  <a:tabLst>
                    <a:tab pos="2615558" algn="l"/>
                    <a:tab pos="5487119" algn="l"/>
                  </a:tabLst>
                </a:pPr>
                <a:endParaRPr lang="ko-KR" altLang="en-US" sz="1200" kern="0" dirty="0">
                  <a:ln>
                    <a:solidFill>
                      <a:schemeClr val="bg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Rix모던고딕 B" pitchFamily="18" charset="-127"/>
                  <a:ea typeface="Rix모던고딕 B" pitchFamily="18" charset="-127"/>
                </a:endParaRPr>
              </a:p>
            </p:txBody>
          </p:sp>
        </p:grpSp>
      </p:grpSp>
      <p:graphicFrame>
        <p:nvGraphicFramePr>
          <p:cNvPr id="112" name="Group 4">
            <a:extLst>
              <a:ext uri="{FF2B5EF4-FFF2-40B4-BE49-F238E27FC236}">
                <a16:creationId xmlns:a16="http://schemas.microsoft.com/office/drawing/2014/main" id="{5A29E491-D6D5-41F5-9058-1F2C6BB22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558660"/>
              </p:ext>
            </p:extLst>
          </p:nvPr>
        </p:nvGraphicFramePr>
        <p:xfrm>
          <a:off x="665883" y="3902292"/>
          <a:ext cx="6461992" cy="1601280"/>
        </p:xfrm>
        <a:graphic>
          <a:graphicData uri="http://schemas.openxmlformats.org/drawingml/2006/table">
            <a:tbl>
              <a:tblPr/>
              <a:tblGrid>
                <a:gridCol w="1277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3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040">
                  <a:extLst>
                    <a:ext uri="{9D8B030D-6E8A-4147-A177-3AD203B41FA5}">
                      <a16:colId xmlns:a16="http://schemas.microsoft.com/office/drawing/2014/main" val="2210867454"/>
                    </a:ext>
                  </a:extLst>
                </a:gridCol>
                <a:gridCol w="144101">
                  <a:extLst>
                    <a:ext uri="{9D8B030D-6E8A-4147-A177-3AD203B41FA5}">
                      <a16:colId xmlns:a16="http://schemas.microsoft.com/office/drawing/2014/main" val="2841808973"/>
                    </a:ext>
                  </a:extLst>
                </a:gridCol>
                <a:gridCol w="1907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회 사 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91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주식회사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91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대표자명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91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91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40571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</a:tabLst>
                      </a:pP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조 용 호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91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주 소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0571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</a:tabLst>
                      </a:pP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서울시 강남구 테헤란로</a:t>
                      </a:r>
                      <a:r>
                        <a:rPr kumimoji="1" lang="en-US" altLang="ko-KR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2</a:t>
                      </a: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길</a:t>
                      </a:r>
                      <a:endParaRPr kumimoji="1" lang="en-US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관할세무서</a:t>
                      </a: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역삼세무서</a:t>
                      </a: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40571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</a:tabLst>
                      </a:pPr>
                      <a:r>
                        <a:rPr kumimoji="1" lang="en-US" altLang="ko-KR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OO</a:t>
                      </a: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세무서</a:t>
                      </a: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전화번호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0571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</a:tabLst>
                      </a:pP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팩스번호</a:t>
                      </a: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40571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</a:tabLst>
                      </a:pPr>
                      <a:r>
                        <a:rPr kumimoji="1" lang="en-US" altLang="ko-KR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02-OOOO-OOOO</a:t>
                      </a: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사업자번호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0571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</a:tabLst>
                      </a:pP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업종</a:t>
                      </a: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응용 소프트웨어 개발 및 </a:t>
                      </a:r>
                      <a:r>
                        <a:rPr kumimoji="1" lang="ko-KR" altLang="en-US" sz="1000" kern="1200" dirty="0" err="1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공급업</a:t>
                      </a: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40571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</a:tabLst>
                      </a:pP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응용 소프트웨어 개발 및 </a:t>
                      </a:r>
                      <a:r>
                        <a:rPr kumimoji="1" lang="ko-KR" altLang="en-US" sz="1000" kern="1200" dirty="0" err="1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공급업</a:t>
                      </a:r>
                      <a:endParaRPr kumimoji="1" lang="ko-KR" altLang="en-US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555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면허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허가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등록증     보유현황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740571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</a:tabLst>
                      </a:pPr>
                      <a:endParaRPr kumimoji="1" lang="ko-KR" altLang="en-US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740571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</a:tabLst>
                      </a:pP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916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종업원수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0571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</a:tabLst>
                      </a:pP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매출액</a:t>
                      </a:r>
                      <a:r>
                        <a:rPr kumimoji="1" lang="en-US" altLang="ko-KR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최근년도</a:t>
                      </a:r>
                      <a:r>
                        <a:rPr kumimoji="1" lang="en-US" altLang="ko-KR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0571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</a:tabLst>
                      </a:pP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720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자본금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0571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</a:tabLst>
                      </a:pP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해당부문 종사기간</a:t>
                      </a: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40571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0571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</a:tabLst>
                      </a:pPr>
                      <a:endParaRPr kumimoji="1" lang="ko-KR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Group 113">
            <a:extLst>
              <a:ext uri="{FF2B5EF4-FFF2-40B4-BE49-F238E27FC236}">
                <a16:creationId xmlns:a16="http://schemas.microsoft.com/office/drawing/2014/main" id="{AAD74C14-2AB8-4D57-BEC5-CE98F06A4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193698"/>
              </p:ext>
            </p:extLst>
          </p:nvPr>
        </p:nvGraphicFramePr>
        <p:xfrm>
          <a:off x="647613" y="6549632"/>
          <a:ext cx="6479883" cy="1352496"/>
        </p:xfrm>
        <a:graphic>
          <a:graphicData uri="http://schemas.openxmlformats.org/drawingml/2006/table">
            <a:tbl>
              <a:tblPr/>
              <a:tblGrid>
                <a:gridCol w="1295487">
                  <a:extLst>
                    <a:ext uri="{9D8B030D-6E8A-4147-A177-3AD203B41FA5}">
                      <a16:colId xmlns:a16="http://schemas.microsoft.com/office/drawing/2014/main" val="2160455989"/>
                    </a:ext>
                  </a:extLst>
                </a:gridCol>
                <a:gridCol w="4165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307">
                  <a:extLst>
                    <a:ext uri="{9D8B030D-6E8A-4147-A177-3AD203B41FA5}">
                      <a16:colId xmlns:a16="http://schemas.microsoft.com/office/drawing/2014/main" val="433105905"/>
                    </a:ext>
                  </a:extLst>
                </a:gridCol>
              </a:tblGrid>
              <a:tr h="135646">
                <a:tc>
                  <a:txBody>
                    <a:bodyPr/>
                    <a:lstStyle/>
                    <a:p>
                      <a:pPr marL="0" marR="0" lvl="0" indent="0" algn="ctr" defTabSz="1454353" rtl="0" eaLnBrk="1" fontAlgn="base" latinLnBrk="1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noProof="0" dirty="0">
                          <a:gradFill>
                            <a:gsLst>
                              <a:gs pos="57485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90419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월 일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54353" rtl="0" eaLnBrk="1" fontAlgn="base" latinLnBrk="1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dirty="0">
                          <a:gradFill>
                            <a:gsLst>
                              <a:gs pos="57485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90419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내 용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54353" rtl="0" eaLnBrk="1" fontAlgn="base" latinLnBrk="1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dirty="0">
                          <a:gradFill>
                            <a:gsLst>
                              <a:gs pos="57485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90419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비 고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454353" rtl="0" eaLnBrk="1" fontAlgn="base" latinLnBrk="1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noProof="0" dirty="0">
                          <a:gradFill>
                            <a:gsLst>
                              <a:gs pos="57485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90419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2026</a:t>
                      </a:r>
                      <a:r>
                        <a:rPr lang="ko-KR" altLang="en-US" sz="1000" b="1" kern="1200" noProof="0" dirty="0">
                          <a:gradFill>
                            <a:gsLst>
                              <a:gs pos="57485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90419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000" b="1" kern="1200" noProof="0" dirty="0">
                          <a:gradFill>
                            <a:gsLst>
                              <a:gs pos="57485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90419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06</a:t>
                      </a:r>
                      <a:r>
                        <a:rPr lang="ko-KR" altLang="en-US" sz="1000" b="1" kern="1200" noProof="0" dirty="0">
                          <a:gradFill>
                            <a:gsLst>
                              <a:gs pos="57485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90419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740571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결제 기반 통합 및 컨설팅 사업 강화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2000"/>
                        </a:spcBef>
                        <a:spcAft>
                          <a:spcPct val="12000"/>
                        </a:spcAft>
                        <a:buClr>
                          <a:srgbClr val="ABA69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lang="ko-KR" altLang="en-US" sz="1000" b="0" kern="1200" baseline="0" dirty="0">
                        <a:gradFill>
                          <a:gsLst>
                            <a:gs pos="57485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90419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879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454353" rtl="0" eaLnBrk="1" fontAlgn="base" latinLnBrk="1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noProof="0" dirty="0">
                          <a:gradFill>
                            <a:gsLst>
                              <a:gs pos="57485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90419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2026</a:t>
                      </a:r>
                      <a:r>
                        <a:rPr lang="ko-KR" altLang="en-US" sz="1000" b="1" kern="1200" noProof="0" dirty="0">
                          <a:gradFill>
                            <a:gsLst>
                              <a:gs pos="57485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90419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000" b="1" kern="1200" noProof="0" dirty="0">
                          <a:gradFill>
                            <a:gsLst>
                              <a:gs pos="57485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90419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04</a:t>
                      </a:r>
                      <a:r>
                        <a:rPr lang="ko-KR" altLang="en-US" sz="1000" b="1" kern="1200" noProof="0" dirty="0">
                          <a:gradFill>
                            <a:gsLst>
                              <a:gs pos="57485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90419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740571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카드사</a:t>
                      </a:r>
                      <a:r>
                        <a:rPr kumimoji="1" lang="en-US" altLang="ko-KR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/VAN/PG </a:t>
                      </a: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연동 및 정산 시스템 구축 컨설팅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2000"/>
                        </a:spcBef>
                        <a:spcAft>
                          <a:spcPct val="12000"/>
                        </a:spcAft>
                        <a:buClr>
                          <a:srgbClr val="ABA69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lang="ko-KR" altLang="en-US" sz="1000" b="0" kern="1200" baseline="0" dirty="0">
                        <a:gradFill>
                          <a:gsLst>
                            <a:gs pos="57485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90419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3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454353" rtl="0" eaLnBrk="1" fontAlgn="base" latinLnBrk="1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noProof="0" dirty="0">
                          <a:gradFill>
                            <a:gsLst>
                              <a:gs pos="57485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90419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2025</a:t>
                      </a:r>
                      <a:r>
                        <a:rPr lang="ko-KR" altLang="en-US" sz="1000" b="1" kern="1200" noProof="0" dirty="0">
                          <a:gradFill>
                            <a:gsLst>
                              <a:gs pos="57485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90419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000" b="1" kern="1200" noProof="0" dirty="0">
                          <a:gradFill>
                            <a:gsLst>
                              <a:gs pos="57485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90419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07</a:t>
                      </a:r>
                      <a:r>
                        <a:rPr lang="ko-KR" altLang="en-US" sz="1000" b="1" kern="1200" noProof="0" dirty="0">
                          <a:gradFill>
                            <a:gsLst>
                              <a:gs pos="57485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90419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740571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선불카드</a:t>
                      </a:r>
                      <a:r>
                        <a:rPr kumimoji="1" lang="en-US" altLang="ko-KR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충전</a:t>
                      </a:r>
                      <a:r>
                        <a:rPr kumimoji="1" lang="en-US" altLang="ko-KR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사용</a:t>
                      </a:r>
                      <a:r>
                        <a:rPr kumimoji="1" lang="en-US" altLang="ko-KR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dirty="0">
                          <a:gradFill>
                            <a:gsLst>
                              <a:gs pos="0">
                                <a:prstClr val="black"/>
                              </a:gs>
                              <a:gs pos="100000">
                                <a:prstClr val="black"/>
                              </a:gs>
                            </a:gsLst>
                            <a:lin ang="5400000" scaled="0"/>
                          </a:gradFill>
                          <a:latin typeface="KoPub돋움체 Light" panose="00000300000000000000" pitchFamily="2" charset="-127"/>
                          <a:ea typeface="KoPub돋움체 Light" panose="00000300000000000000" pitchFamily="2" charset="-127"/>
                          <a:cs typeface="+mn-cs"/>
                        </a:rPr>
                        <a:t>잔액 관리 시스템 구축</a:t>
                      </a: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2000"/>
                        </a:spcBef>
                        <a:spcAft>
                          <a:spcPct val="12000"/>
                        </a:spcAft>
                        <a:buClr>
                          <a:srgbClr val="ABA69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lang="ko-KR" altLang="en-US" sz="1000" b="0" kern="1200" baseline="0" dirty="0">
                        <a:gradFill>
                          <a:gsLst>
                            <a:gs pos="57485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90419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171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454353" rtl="0" eaLnBrk="1" fontAlgn="base" latinLnBrk="1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noProof="0" dirty="0">
                        <a:gradFill>
                          <a:gsLst>
                            <a:gs pos="57485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90419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740571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endParaRPr kumimoji="1" lang="ko-KR" altLang="en-US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2000"/>
                        </a:spcBef>
                        <a:spcAft>
                          <a:spcPct val="12000"/>
                        </a:spcAft>
                        <a:buClr>
                          <a:srgbClr val="ABA69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lang="ko-KR" altLang="en-US" sz="1000" b="0" kern="1200" baseline="0" dirty="0">
                        <a:gradFill>
                          <a:gsLst>
                            <a:gs pos="57485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90419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62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454353" rtl="0" eaLnBrk="1" fontAlgn="base" latinLnBrk="1" hangingPunct="1">
                        <a:lnSpc>
                          <a:spcPct val="11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noProof="0" dirty="0">
                        <a:gradFill>
                          <a:gsLst>
                            <a:gs pos="57485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90419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740571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endParaRPr kumimoji="1" lang="en-US" altLang="ko-KR" sz="1000" kern="1200" dirty="0">
                        <a:gradFill>
                          <a:gsLst>
                            <a:gs pos="0">
                              <a:prstClr val="black"/>
                            </a:gs>
                            <a:gs pos="100000">
                              <a:prstClr val="black"/>
                            </a:gs>
                          </a:gsLst>
                          <a:lin ang="5400000" scaled="0"/>
                        </a:gradFill>
                        <a:latin typeface="KoPub돋움체 Light" panose="00000300000000000000" pitchFamily="2" charset="-127"/>
                        <a:ea typeface="KoPub돋움체 Light" panose="00000300000000000000" pitchFamily="2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2000"/>
                        </a:spcBef>
                        <a:spcAft>
                          <a:spcPct val="12000"/>
                        </a:spcAft>
                        <a:buClr>
                          <a:srgbClr val="ABA69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lang="ko-KR" altLang="en-US" sz="1000" b="0" kern="1200" baseline="0" dirty="0">
                        <a:gradFill>
                          <a:gsLst>
                            <a:gs pos="57485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90419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117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181901"/>
      </p:ext>
    </p:extLst>
  </p:cSld>
  <p:clrMapOvr>
    <a:masterClrMapping/>
  </p:clrMapOvr>
</p:sld>
</file>

<file path=ppt/theme/theme1.xml><?xml version="1.0" encoding="utf-8"?>
<a:theme xmlns:a="http://schemas.openxmlformats.org/drawingml/2006/main" name="1_1장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80D3F0"/>
        </a:solidFill>
        <a:ln w="635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100719" tIns="50359" rIns="100719" bIns="50359" numCol="1" rtlCol="0" anchor="ctr" anchorCtr="0" compatLnSpc="1">
        <a:prstTxWarp prst="textNoShape">
          <a:avLst/>
        </a:prstTxWarp>
      </a:bodyPr>
      <a:lstStyle>
        <a:defPPr algn="ctr" fontAlgn="base" latinLnBrk="0">
          <a:spcBef>
            <a:spcPct val="0"/>
          </a:spcBef>
          <a:spcAft>
            <a:spcPct val="0"/>
          </a:spcAft>
          <a:defRPr sz="1000" dirty="0">
            <a:solidFill>
              <a:srgbClr val="000000"/>
            </a:solidFill>
            <a:latin typeface="Rix모던고딕 B" panose="02020603020101020101" pitchFamily="18" charset="-127"/>
            <a:ea typeface="Rix모던고딕 B" panose="02020603020101020101" pitchFamily="18" charset="-127"/>
          </a:defRPr>
        </a:defPPr>
      </a:lstStyle>
    </a:spDef>
    <a:tx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lIns="0" tIns="0" rIns="0" bIns="0" anchor="ctr" anchorCtr="0"/>
      <a:lstStyle>
        <a:defPPr marL="92075" indent="-92075" algn="just" latinLnBrk="0">
          <a:spcBef>
            <a:spcPct val="20000"/>
          </a:spcBef>
          <a:buClr>
            <a:schemeClr val="bg1">
              <a:lumMod val="50000"/>
            </a:schemeClr>
          </a:buClr>
          <a:buSzPct val="80000"/>
          <a:buFont typeface="Wingdings" pitchFamily="2" charset="2"/>
          <a:buChar char="§"/>
          <a:defRPr sz="1000" dirty="0" smtClean="0">
            <a:solidFill>
              <a:srgbClr val="4D4D4D"/>
            </a:solidFill>
            <a:latin typeface="Rix모던고딕 M" pitchFamily="18" charset="-127"/>
            <a:ea typeface="Rix모던고딕 M" pitchFamily="18" charset="-127"/>
            <a:cs typeface="굴림" charset="-127"/>
          </a:defRPr>
        </a:defPPr>
      </a:lstStyle>
    </a:tx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43380</TotalTime>
  <Words>205</Words>
  <Application>Microsoft Office PowerPoint</Application>
  <PresentationFormat>사용자 지정</PresentationFormat>
  <Paragraphs>50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8" baseType="lpstr">
      <vt:lpstr>HY헤드라인M</vt:lpstr>
      <vt:lpstr>KoPub돋움체 Bold</vt:lpstr>
      <vt:lpstr>KoPub돋움체 Light</vt:lpstr>
      <vt:lpstr>KoPub돋움체 Medium</vt:lpstr>
      <vt:lpstr>KoPub바탕체 Bold</vt:lpstr>
      <vt:lpstr>KoPub바탕체 Medium</vt:lpstr>
      <vt:lpstr>Pretendard</vt:lpstr>
      <vt:lpstr>Rix고딕 B</vt:lpstr>
      <vt:lpstr>Rix모던고딕 B</vt:lpstr>
      <vt:lpstr>Rix모던고딕 L</vt:lpstr>
      <vt:lpstr>굴림</vt:lpstr>
      <vt:lpstr>맑은 고딕</vt:lpstr>
      <vt:lpstr>산돌고딕B</vt:lpstr>
      <vt:lpstr>Arial</vt:lpstr>
      <vt:lpstr>Wingdings</vt:lpstr>
      <vt:lpstr>1_1장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제목을 입력하세요 (Rix정고딕B,14pt) 1.1 제목을 입력하세요 (Rix정고딕B,14pt)</dc:title>
  <dc:creator>stlee</dc:creator>
  <cp:lastModifiedBy>megan kim</cp:lastModifiedBy>
  <cp:revision>3264</cp:revision>
  <cp:lastPrinted>2018-08-14T15:08:44Z</cp:lastPrinted>
  <dcterms:created xsi:type="dcterms:W3CDTF">2012-11-24T16:37:37Z</dcterms:created>
  <dcterms:modified xsi:type="dcterms:W3CDTF">2026-06-24T03:53:25Z</dcterms:modified>
</cp:coreProperties>
</file>